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handoutMasters/handoutMaster1.xml" ContentType="application/vnd.openxmlformats-officedocument.presentationml.handoutMaster+xml"/>
  <Override PartName="/ppt/media/image10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93" r:id="rId3"/>
    <p:sldId id="294" r:id="rId4"/>
    <p:sldId id="305" r:id="rId5"/>
    <p:sldId id="307" r:id="rId6"/>
    <p:sldId id="308" r:id="rId7"/>
  </p:sldIdLst>
  <p:sldSz cx="18288000" cy="10287000"/>
  <p:notesSz cx="6858000" cy="9144000"/>
  <p:embeddedFontLst>
    <p:embeddedFont>
      <p:font typeface="Calibri" panose="020F0502020204030204"/>
      <p:regular r:id="rId14"/>
      <p:bold r:id="rId15"/>
      <p:italic r:id="rId16"/>
      <p:boldItalic r:id="rId17"/>
    </p:embeddedFont>
  </p:embeddedFontLst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0" userDrawn="1">
          <p15:clr>
            <a:srgbClr val="A4A3A4"/>
          </p15:clr>
        </p15:guide>
        <p15:guide id="2" pos="292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ubaoying" initials="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504D"/>
    <a:srgbClr val="4F80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090"/>
        <p:guide pos="29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54.xml"/><Relationship Id="rId17" Type="http://schemas.openxmlformats.org/officeDocument/2006/relationships/font" Target="fonts/font4.fntdata"/><Relationship Id="rId16" Type="http://schemas.openxmlformats.org/officeDocument/2006/relationships/font" Target="fonts/font3.fntdata"/><Relationship Id="rId15" Type="http://schemas.openxmlformats.org/officeDocument/2006/relationships/font" Target="fonts/font2.fntdata"/><Relationship Id="rId14" Type="http://schemas.openxmlformats.org/officeDocument/2006/relationships/font" Target="fonts/font1.fntdata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tags" Target="../tags/tag4.xml"/><Relationship Id="rId7" Type="http://schemas.openxmlformats.org/officeDocument/2006/relationships/tags" Target="../tags/tag3.xml"/><Relationship Id="rId6" Type="http://schemas.openxmlformats.org/officeDocument/2006/relationships/tags" Target="../tags/tag2.xml"/><Relationship Id="rId5" Type="http://schemas.openxmlformats.org/officeDocument/2006/relationships/tags" Target="../tags/tag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11.xml"/><Relationship Id="rId20" Type="http://schemas.openxmlformats.org/officeDocument/2006/relationships/image" Target="../media/image10.svg"/><Relationship Id="rId2" Type="http://schemas.openxmlformats.org/officeDocument/2006/relationships/image" Target="../media/image2.png"/><Relationship Id="rId19" Type="http://schemas.openxmlformats.org/officeDocument/2006/relationships/image" Target="../media/image9.png"/><Relationship Id="rId18" Type="http://schemas.openxmlformats.org/officeDocument/2006/relationships/tags" Target="../tags/tag10.xml"/><Relationship Id="rId17" Type="http://schemas.openxmlformats.org/officeDocument/2006/relationships/tags" Target="../tags/tag9.xml"/><Relationship Id="rId16" Type="http://schemas.openxmlformats.org/officeDocument/2006/relationships/image" Target="../media/image8.svg"/><Relationship Id="rId15" Type="http://schemas.openxmlformats.org/officeDocument/2006/relationships/image" Target="../media/image7.png"/><Relationship Id="rId14" Type="http://schemas.openxmlformats.org/officeDocument/2006/relationships/tags" Target="../tags/tag8.xml"/><Relationship Id="rId13" Type="http://schemas.openxmlformats.org/officeDocument/2006/relationships/tags" Target="../tags/tag7.xml"/><Relationship Id="rId12" Type="http://schemas.openxmlformats.org/officeDocument/2006/relationships/image" Target="../media/image6.svg"/><Relationship Id="rId11" Type="http://schemas.openxmlformats.org/officeDocument/2006/relationships/image" Target="../media/image5.png"/><Relationship Id="rId10" Type="http://schemas.openxmlformats.org/officeDocument/2006/relationships/tags" Target="../tags/tag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0" Type="http://schemas.openxmlformats.org/officeDocument/2006/relationships/slideLayout" Target="../slideLayouts/slideLayout7.xml"/><Relationship Id="rId6" Type="http://schemas.openxmlformats.org/officeDocument/2006/relationships/tags" Target="../tags/tag14.xml"/><Relationship Id="rId59" Type="http://schemas.openxmlformats.org/officeDocument/2006/relationships/tags" Target="../tags/tag53.xml"/><Relationship Id="rId58" Type="http://schemas.openxmlformats.org/officeDocument/2006/relationships/image" Target="../media/image25.svg"/><Relationship Id="rId57" Type="http://schemas.openxmlformats.org/officeDocument/2006/relationships/image" Target="../media/image24.png"/><Relationship Id="rId56" Type="http://schemas.openxmlformats.org/officeDocument/2006/relationships/tags" Target="../tags/tag52.xml"/><Relationship Id="rId55" Type="http://schemas.openxmlformats.org/officeDocument/2006/relationships/image" Target="../media/image23.svg"/><Relationship Id="rId54" Type="http://schemas.openxmlformats.org/officeDocument/2006/relationships/image" Target="../media/image22.png"/><Relationship Id="rId53" Type="http://schemas.openxmlformats.org/officeDocument/2006/relationships/tags" Target="../tags/tag51.xml"/><Relationship Id="rId52" Type="http://schemas.openxmlformats.org/officeDocument/2006/relationships/image" Target="../media/image21.svg"/><Relationship Id="rId51" Type="http://schemas.openxmlformats.org/officeDocument/2006/relationships/image" Target="../media/image20.png"/><Relationship Id="rId50" Type="http://schemas.openxmlformats.org/officeDocument/2006/relationships/tags" Target="../tags/tag50.xml"/><Relationship Id="rId5" Type="http://schemas.openxmlformats.org/officeDocument/2006/relationships/tags" Target="../tags/tag13.xml"/><Relationship Id="rId49" Type="http://schemas.openxmlformats.org/officeDocument/2006/relationships/image" Target="../media/image19.svg"/><Relationship Id="rId48" Type="http://schemas.openxmlformats.org/officeDocument/2006/relationships/image" Target="../media/image18.png"/><Relationship Id="rId47" Type="http://schemas.openxmlformats.org/officeDocument/2006/relationships/tags" Target="../tags/tag49.xml"/><Relationship Id="rId46" Type="http://schemas.openxmlformats.org/officeDocument/2006/relationships/tags" Target="../tags/tag48.xml"/><Relationship Id="rId45" Type="http://schemas.openxmlformats.org/officeDocument/2006/relationships/tags" Target="../tags/tag47.xml"/><Relationship Id="rId44" Type="http://schemas.openxmlformats.org/officeDocument/2006/relationships/tags" Target="../tags/tag46.xml"/><Relationship Id="rId43" Type="http://schemas.openxmlformats.org/officeDocument/2006/relationships/tags" Target="../tags/tag45.xml"/><Relationship Id="rId42" Type="http://schemas.openxmlformats.org/officeDocument/2006/relationships/tags" Target="../tags/tag44.xml"/><Relationship Id="rId41" Type="http://schemas.openxmlformats.org/officeDocument/2006/relationships/tags" Target="../tags/tag43.xml"/><Relationship Id="rId40" Type="http://schemas.openxmlformats.org/officeDocument/2006/relationships/tags" Target="../tags/tag42.xml"/><Relationship Id="rId4" Type="http://schemas.openxmlformats.org/officeDocument/2006/relationships/image" Target="../media/image4.png"/><Relationship Id="rId39" Type="http://schemas.openxmlformats.org/officeDocument/2006/relationships/tags" Target="../tags/tag41.xml"/><Relationship Id="rId38" Type="http://schemas.openxmlformats.org/officeDocument/2006/relationships/tags" Target="../tags/tag40.xml"/><Relationship Id="rId37" Type="http://schemas.openxmlformats.org/officeDocument/2006/relationships/tags" Target="../tags/tag39.xml"/><Relationship Id="rId36" Type="http://schemas.openxmlformats.org/officeDocument/2006/relationships/tags" Target="../tags/tag38.xml"/><Relationship Id="rId35" Type="http://schemas.openxmlformats.org/officeDocument/2006/relationships/tags" Target="../tags/tag37.xml"/><Relationship Id="rId34" Type="http://schemas.openxmlformats.org/officeDocument/2006/relationships/tags" Target="../tags/tag36.xml"/><Relationship Id="rId33" Type="http://schemas.openxmlformats.org/officeDocument/2006/relationships/tags" Target="../tags/tag35.xml"/><Relationship Id="rId32" Type="http://schemas.openxmlformats.org/officeDocument/2006/relationships/tags" Target="../tags/tag34.xml"/><Relationship Id="rId31" Type="http://schemas.openxmlformats.org/officeDocument/2006/relationships/tags" Target="../tags/tag33.xml"/><Relationship Id="rId30" Type="http://schemas.openxmlformats.org/officeDocument/2006/relationships/tags" Target="../tags/tag32.xml"/><Relationship Id="rId3" Type="http://schemas.openxmlformats.org/officeDocument/2006/relationships/image" Target="../media/image3.png"/><Relationship Id="rId29" Type="http://schemas.openxmlformats.org/officeDocument/2006/relationships/tags" Target="../tags/tag31.xml"/><Relationship Id="rId28" Type="http://schemas.openxmlformats.org/officeDocument/2006/relationships/tags" Target="../tags/tag30.xml"/><Relationship Id="rId27" Type="http://schemas.openxmlformats.org/officeDocument/2006/relationships/tags" Target="../tags/tag29.xml"/><Relationship Id="rId26" Type="http://schemas.openxmlformats.org/officeDocument/2006/relationships/tags" Target="../tags/tag28.xml"/><Relationship Id="rId25" Type="http://schemas.openxmlformats.org/officeDocument/2006/relationships/tags" Target="../tags/tag27.xml"/><Relationship Id="rId24" Type="http://schemas.openxmlformats.org/officeDocument/2006/relationships/tags" Target="../tags/tag26.xml"/><Relationship Id="rId23" Type="http://schemas.openxmlformats.org/officeDocument/2006/relationships/image" Target="../media/image10.svg"/><Relationship Id="rId22" Type="http://schemas.openxmlformats.org/officeDocument/2006/relationships/image" Target="../media/image9.png"/><Relationship Id="rId21" Type="http://schemas.openxmlformats.org/officeDocument/2006/relationships/tags" Target="../tags/tag25.xml"/><Relationship Id="rId20" Type="http://schemas.openxmlformats.org/officeDocument/2006/relationships/image" Target="../media/image8.svg"/><Relationship Id="rId2" Type="http://schemas.openxmlformats.org/officeDocument/2006/relationships/image" Target="../media/image2.png"/><Relationship Id="rId19" Type="http://schemas.openxmlformats.org/officeDocument/2006/relationships/image" Target="../media/image7.png"/><Relationship Id="rId18" Type="http://schemas.openxmlformats.org/officeDocument/2006/relationships/tags" Target="../tags/tag24.xml"/><Relationship Id="rId17" Type="http://schemas.openxmlformats.org/officeDocument/2006/relationships/tags" Target="../tags/tag23.xml"/><Relationship Id="rId16" Type="http://schemas.openxmlformats.org/officeDocument/2006/relationships/image" Target="../media/image6.svg"/><Relationship Id="rId15" Type="http://schemas.openxmlformats.org/officeDocument/2006/relationships/image" Target="../media/image5.png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4188315">
            <a:off x="-3517084" y="-4769368"/>
            <a:ext cx="7773009" cy="7462089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 rot="0">
            <a:off x="13634448" y="6377143"/>
            <a:ext cx="9521218" cy="9999086"/>
            <a:chOff x="0" y="0"/>
            <a:chExt cx="12694958" cy="13332115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-1299492">
              <a:off x="1908412" y="1423094"/>
              <a:ext cx="9446518" cy="9068657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812167">
              <a:off x="930097" y="3283892"/>
              <a:ext cx="9446518" cy="9068657"/>
            </a:xfrm>
            <a:prstGeom prst="rect">
              <a:avLst/>
            </a:prstGeom>
          </p:spPr>
        </p:pic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2534271">
            <a:off x="-4337359" y="-3575806"/>
            <a:ext cx="6599853" cy="6335859"/>
          </a:xfrm>
          <a:prstGeom prst="rect">
            <a:avLst/>
          </a:prstGeom>
        </p:spPr>
      </p:pic>
      <p:sp>
        <p:nvSpPr>
          <p:cNvPr id="26" name="TextBox 14"/>
          <p:cNvSpPr txBox="1"/>
          <p:nvPr/>
        </p:nvSpPr>
        <p:spPr>
          <a:xfrm>
            <a:off x="4038600" y="266700"/>
            <a:ext cx="13386435" cy="157734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 algn="ctr" fontAlgn="auto">
              <a:lnSpc>
                <a:spcPct val="100000"/>
              </a:lnSpc>
              <a:spcBef>
                <a:spcPct val="0"/>
              </a:spcBef>
            </a:pPr>
            <a:r>
              <a:rPr lang="en-US" sz="4800" b="1" spc="217">
                <a:solidFill>
                  <a:srgbClr val="16496B"/>
                </a:solidFill>
                <a:effectLst/>
                <a:latin typeface="+mj-lt"/>
                <a:cs typeface="+mj-lt"/>
              </a:rPr>
              <a:t>Refactoring according to </a:t>
            </a:r>
            <a:endParaRPr lang="en-US" sz="4800" b="1" spc="217">
              <a:solidFill>
                <a:srgbClr val="16496B"/>
              </a:solidFill>
              <a:effectLst/>
              <a:latin typeface="+mj-lt"/>
              <a:cs typeface="+mj-lt"/>
            </a:endParaRPr>
          </a:p>
          <a:p>
            <a:pPr indent="0" algn="ctr" fontAlgn="auto">
              <a:lnSpc>
                <a:spcPct val="100000"/>
              </a:lnSpc>
              <a:spcBef>
                <a:spcPct val="0"/>
              </a:spcBef>
            </a:pPr>
            <a:r>
              <a:rPr lang="en-US" sz="4800" b="1" spc="217">
                <a:solidFill>
                  <a:srgbClr val="16496B"/>
                </a:solidFill>
                <a:effectLst/>
                <a:latin typeface="+mj-lt"/>
                <a:cs typeface="+mj-lt"/>
              </a:rPr>
              <a:t>Facade pattern</a:t>
            </a:r>
            <a:endParaRPr lang="en-US" sz="4800" b="1" spc="217">
              <a:solidFill>
                <a:srgbClr val="16496B"/>
              </a:solidFill>
              <a:effectLst/>
              <a:latin typeface="+mj-lt"/>
              <a:cs typeface="+mj-lt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5410835" y="2955290"/>
            <a:ext cx="10293350" cy="1014095"/>
            <a:chOff x="2520" y="3660"/>
            <a:chExt cx="9040" cy="2884"/>
          </a:xfrm>
        </p:grpSpPr>
        <p:sp>
          <p:nvSpPr>
            <p:cNvPr id="33" name="圆角矩形 32"/>
            <p:cNvSpPr/>
            <p:nvPr/>
          </p:nvSpPr>
          <p:spPr>
            <a:xfrm>
              <a:off x="2520" y="3660"/>
              <a:ext cx="9040" cy="2884"/>
            </a:xfrm>
            <a:prstGeom prst="roundRect">
              <a:avLst/>
            </a:prstGeom>
            <a:ln w="38100"/>
          </p:spPr>
          <p:style>
            <a:lnRef idx="2">
              <a:schemeClr val="accent6"/>
            </a:lnRef>
            <a:fillRef idx="2">
              <a:schemeClr val="accent6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3568" y="4166"/>
              <a:ext cx="6519" cy="18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600">
                  <a:solidFill>
                    <a:srgbClr val="4F80BD"/>
                  </a:solidFill>
                  <a:latin typeface="+mj-lt"/>
                  <a:cs typeface="+mj-lt"/>
                </a:rPr>
                <a:t>MapScene --&gt; Battle (High Coupling)</a:t>
              </a:r>
              <a:endParaRPr lang="en-US" altLang="zh-CN" sz="3600">
                <a:solidFill>
                  <a:srgbClr val="4F80BD"/>
                </a:solidFill>
                <a:latin typeface="+mj-lt"/>
                <a:cs typeface="+mj-lt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400675" y="4762500"/>
            <a:ext cx="10293350" cy="1014095"/>
            <a:chOff x="2520" y="3660"/>
            <a:chExt cx="9040" cy="2884"/>
          </a:xfrm>
        </p:grpSpPr>
        <p:sp>
          <p:nvSpPr>
            <p:cNvPr id="19" name="圆角矩形 18"/>
            <p:cNvSpPr/>
            <p:nvPr/>
          </p:nvSpPr>
          <p:spPr>
            <a:xfrm>
              <a:off x="2520" y="3660"/>
              <a:ext cx="9040" cy="2884"/>
            </a:xfrm>
            <a:prstGeom prst="roundRect">
              <a:avLst/>
            </a:prstGeom>
            <a:ln w="38100"/>
          </p:spPr>
          <p:style>
            <a:lnRef idx="2">
              <a:schemeClr val="accent6"/>
            </a:lnRef>
            <a:fillRef idx="2">
              <a:schemeClr val="accent6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3599" y="4122"/>
              <a:ext cx="6925" cy="22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3600">
                  <a:solidFill>
                    <a:srgbClr val="C0504D"/>
                  </a:solidFill>
                  <a:latin typeface="+mj-lt"/>
                  <a:cs typeface="+mj-lt"/>
                  <a:sym typeface="+mn-ea"/>
                </a:rPr>
                <a:t>Scattered</a:t>
              </a:r>
              <a:r>
                <a:rPr lang="en-US" altLang="zh-CN" sz="3600">
                  <a:solidFill>
                    <a:srgbClr val="C0504D"/>
                  </a:solidFill>
                  <a:latin typeface="+mj-lt"/>
                  <a:cs typeface="+mj-lt"/>
                </a:rPr>
                <a:t> Battle Logic And Chaotic duties</a:t>
              </a:r>
              <a:endParaRPr lang="en-US" altLang="zh-CN" sz="3600">
                <a:solidFill>
                  <a:srgbClr val="C0504D"/>
                </a:solidFill>
                <a:latin typeface="+mj-lt"/>
                <a:cs typeface="+mj-lt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5400675" y="6539865"/>
            <a:ext cx="10293350" cy="1014095"/>
            <a:chOff x="2520" y="3660"/>
            <a:chExt cx="9040" cy="2884"/>
          </a:xfrm>
        </p:grpSpPr>
        <p:sp>
          <p:nvSpPr>
            <p:cNvPr id="22" name="圆角矩形 21"/>
            <p:cNvSpPr/>
            <p:nvPr/>
          </p:nvSpPr>
          <p:spPr>
            <a:xfrm>
              <a:off x="2520" y="3660"/>
              <a:ext cx="9040" cy="2884"/>
            </a:xfrm>
            <a:prstGeom prst="roundRect">
              <a:avLst/>
            </a:prstGeom>
            <a:ln w="38100"/>
          </p:spPr>
          <p:style>
            <a:lnRef idx="2">
              <a:schemeClr val="accent6"/>
            </a:lnRef>
            <a:fillRef idx="2">
              <a:schemeClr val="accent6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3599" y="4039"/>
              <a:ext cx="5583" cy="22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3600">
                  <a:solidFill>
                    <a:srgbClr val="4F80BD"/>
                  </a:solidFill>
                  <a:latin typeface="+mj-lt"/>
                  <a:cs typeface="+mj-lt"/>
                </a:rPr>
                <a:t>Lack of a unified access interface</a:t>
              </a:r>
              <a:endParaRPr lang="en-US" altLang="zh-CN" sz="3600">
                <a:solidFill>
                  <a:srgbClr val="4F80BD"/>
                </a:solidFill>
                <a:latin typeface="+mj-lt"/>
                <a:cs typeface="+mj-lt"/>
              </a:endParaRPr>
            </a:p>
          </p:txBody>
        </p:sp>
      </p:grpSp>
      <p:sp>
        <p:nvSpPr>
          <p:cNvPr id="42" name="任意多边形: 形状 41"/>
          <p:cNvSpPr/>
          <p:nvPr>
            <p:custDataLst>
              <p:tags r:id="rId5"/>
            </p:custDataLst>
          </p:nvPr>
        </p:nvSpPr>
        <p:spPr>
          <a:xfrm>
            <a:off x="5051425" y="4977765"/>
            <a:ext cx="522072" cy="576000"/>
          </a:xfrm>
          <a:custGeom>
            <a:avLst/>
            <a:gdLst>
              <a:gd name="connsiteX0" fmla="*/ 0 w 522072"/>
              <a:gd name="connsiteY0" fmla="*/ 0 h 576000"/>
              <a:gd name="connsiteX1" fmla="*/ 57685 w 522072"/>
              <a:gd name="connsiteY1" fmla="*/ 36499 h 576000"/>
              <a:gd name="connsiteX2" fmla="*/ 305792 w 522072"/>
              <a:gd name="connsiteY2" fmla="*/ 94890 h 576000"/>
              <a:gd name="connsiteX3" fmla="*/ 434252 w 522072"/>
              <a:gd name="connsiteY3" fmla="*/ 79794 h 576000"/>
              <a:gd name="connsiteX4" fmla="*/ 513663 w 522072"/>
              <a:gd name="connsiteY4" fmla="*/ 51059 h 576000"/>
              <a:gd name="connsiteX5" fmla="*/ 495233 w 522072"/>
              <a:gd name="connsiteY5" fmla="*/ 86018 h 576000"/>
              <a:gd name="connsiteX6" fmla="*/ 455626 w 522072"/>
              <a:gd name="connsiteY6" fmla="*/ 288000 h 576000"/>
              <a:gd name="connsiteX7" fmla="*/ 495233 w 522072"/>
              <a:gd name="connsiteY7" fmla="*/ 489982 h 576000"/>
              <a:gd name="connsiteX8" fmla="*/ 522072 w 522072"/>
              <a:gd name="connsiteY8" fmla="*/ 540891 h 576000"/>
              <a:gd name="connsiteX9" fmla="*/ 421275 w 522072"/>
              <a:gd name="connsiteY9" fmla="*/ 504416 h 576000"/>
              <a:gd name="connsiteX10" fmla="*/ 292815 w 522072"/>
              <a:gd name="connsiteY10" fmla="*/ 489320 h 576000"/>
              <a:gd name="connsiteX11" fmla="*/ 44708 w 522072"/>
              <a:gd name="connsiteY11" fmla="*/ 547712 h 576000"/>
              <a:gd name="connsiteX12" fmla="*/ 0 w 522072"/>
              <a:gd name="connsiteY12" fmla="*/ 576000 h 576000"/>
              <a:gd name="connsiteX13" fmla="*/ 0 w 522072"/>
              <a:gd name="connsiteY13" fmla="*/ 0 h 57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22072" h="576000">
                <a:moveTo>
                  <a:pt x="0" y="0"/>
                </a:moveTo>
                <a:lnTo>
                  <a:pt x="57685" y="36499"/>
                </a:lnTo>
                <a:cubicBezTo>
                  <a:pt x="133943" y="74098"/>
                  <a:pt x="217785" y="94890"/>
                  <a:pt x="305792" y="94890"/>
                </a:cubicBezTo>
                <a:cubicBezTo>
                  <a:pt x="349796" y="94890"/>
                  <a:pt x="392758" y="89692"/>
                  <a:pt x="434252" y="79794"/>
                </a:cubicBezTo>
                <a:lnTo>
                  <a:pt x="513663" y="51059"/>
                </a:lnTo>
                <a:lnTo>
                  <a:pt x="495233" y="86018"/>
                </a:lnTo>
                <a:cubicBezTo>
                  <a:pt x="469729" y="148100"/>
                  <a:pt x="455626" y="216354"/>
                  <a:pt x="455626" y="288000"/>
                </a:cubicBezTo>
                <a:cubicBezTo>
                  <a:pt x="455626" y="359646"/>
                  <a:pt x="469729" y="427901"/>
                  <a:pt x="495233" y="489982"/>
                </a:cubicBezTo>
                <a:lnTo>
                  <a:pt x="522072" y="540891"/>
                </a:lnTo>
                <a:lnTo>
                  <a:pt x="421275" y="504416"/>
                </a:lnTo>
                <a:cubicBezTo>
                  <a:pt x="379781" y="494518"/>
                  <a:pt x="336819" y="489320"/>
                  <a:pt x="292815" y="489320"/>
                </a:cubicBezTo>
                <a:cubicBezTo>
                  <a:pt x="204808" y="489320"/>
                  <a:pt x="120966" y="510112"/>
                  <a:pt x="44708" y="547712"/>
                </a:cubicBezTo>
                <a:lnTo>
                  <a:pt x="0" y="576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9" name="任意多边形: 形状 17"/>
          <p:cNvSpPr/>
          <p:nvPr>
            <p:custDataLst>
              <p:tags r:id="rId6"/>
            </p:custDataLst>
          </p:nvPr>
        </p:nvSpPr>
        <p:spPr>
          <a:xfrm>
            <a:off x="4304030" y="3560445"/>
            <a:ext cx="1494674" cy="1450413"/>
          </a:xfrm>
          <a:custGeom>
            <a:avLst/>
            <a:gdLst>
              <a:gd name="connsiteX0" fmla="*/ 1211583 w 1494674"/>
              <a:gd name="connsiteY0" fmla="*/ 0 h 1450413"/>
              <a:gd name="connsiteX1" fmla="*/ 1213202 w 1494674"/>
              <a:gd name="connsiteY1" fmla="*/ 16540 h 1450413"/>
              <a:gd name="connsiteX2" fmla="*/ 1425172 w 1494674"/>
              <a:gd name="connsiteY2" fmla="*/ 342247 h 1450413"/>
              <a:gd name="connsiteX3" fmla="*/ 1494674 w 1494674"/>
              <a:gd name="connsiteY3" fmla="*/ 381088 h 1450413"/>
              <a:gd name="connsiteX4" fmla="*/ 1369085 w 1494674"/>
              <a:gd name="connsiteY4" fmla="*/ 442401 h 1450413"/>
              <a:gd name="connsiteX5" fmla="*/ 1213794 w 1494674"/>
              <a:gd name="connsiteY5" fmla="*/ 549822 h 1450413"/>
              <a:gd name="connsiteX6" fmla="*/ 762270 w 1494674"/>
              <a:gd name="connsiteY6" fmla="*/ 1381425 h 1450413"/>
              <a:gd name="connsiteX7" fmla="*/ 758333 w 1494674"/>
              <a:gd name="connsiteY7" fmla="*/ 1450413 h 1450413"/>
              <a:gd name="connsiteX8" fmla="*/ 0 w 1494674"/>
              <a:gd name="connsiteY8" fmla="*/ 513950 h 1450413"/>
              <a:gd name="connsiteX9" fmla="*/ 68299 w 1494674"/>
              <a:gd name="connsiteY9" fmla="*/ 524442 h 1450413"/>
              <a:gd name="connsiteX10" fmla="*/ 975607 w 1494674"/>
              <a:gd name="connsiteY10" fmla="*/ 255686 h 1450413"/>
              <a:gd name="connsiteX11" fmla="*/ 1112968 w 1494674"/>
              <a:gd name="connsiteY11" fmla="*/ 126122 h 1450413"/>
              <a:gd name="connsiteX12" fmla="*/ 1211583 w 1494674"/>
              <a:gd name="connsiteY12" fmla="*/ 0 h 1450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94674" h="1450413">
                <a:moveTo>
                  <a:pt x="1211583" y="0"/>
                </a:moveTo>
                <a:lnTo>
                  <a:pt x="1213202" y="16540"/>
                </a:lnTo>
                <a:cubicBezTo>
                  <a:pt x="1240057" y="151658"/>
                  <a:pt x="1317920" y="267646"/>
                  <a:pt x="1425172" y="342247"/>
                </a:cubicBezTo>
                <a:lnTo>
                  <a:pt x="1494674" y="381088"/>
                </a:lnTo>
                <a:lnTo>
                  <a:pt x="1369085" y="442401"/>
                </a:lnTo>
                <a:cubicBezTo>
                  <a:pt x="1315471" y="473746"/>
                  <a:pt x="1263543" y="509536"/>
                  <a:pt x="1213794" y="549822"/>
                </a:cubicBezTo>
                <a:cubicBezTo>
                  <a:pt x="948465" y="764681"/>
                  <a:pt x="795344" y="1066744"/>
                  <a:pt x="762270" y="1381425"/>
                </a:cubicBezTo>
                <a:lnTo>
                  <a:pt x="758333" y="1450413"/>
                </a:lnTo>
                <a:lnTo>
                  <a:pt x="0" y="513950"/>
                </a:lnTo>
                <a:lnTo>
                  <a:pt x="68299" y="524442"/>
                </a:lnTo>
                <a:cubicBezTo>
                  <a:pt x="382980" y="557517"/>
                  <a:pt x="710278" y="470544"/>
                  <a:pt x="975607" y="255686"/>
                </a:cubicBezTo>
                <a:cubicBezTo>
                  <a:pt x="1025356" y="215400"/>
                  <a:pt x="1071160" y="172048"/>
                  <a:pt x="1112968" y="126122"/>
                </a:cubicBezTo>
                <a:lnTo>
                  <a:pt x="1211583" y="0"/>
                </a:lnTo>
                <a:close/>
              </a:path>
            </a:pathLst>
          </a:cu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0" name="圆: 空心 4"/>
          <p:cNvSpPr/>
          <p:nvPr>
            <p:custDataLst>
              <p:tags r:id="rId7"/>
            </p:custDataLst>
          </p:nvPr>
        </p:nvSpPr>
        <p:spPr>
          <a:xfrm>
            <a:off x="2393315" y="3887470"/>
            <a:ext cx="2756293" cy="2756293"/>
          </a:xfrm>
          <a:prstGeom prst="donut">
            <a:avLst>
              <a:gd name="adj" fmla="val 783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indent="0" algn="ctr" fontAlgn="auto">
              <a:lnSpc>
                <a:spcPct val="130000"/>
              </a:lnSpc>
            </a:pPr>
            <a:r>
              <a:rPr lang="en-US" altLang="zh-CN" sz="3500" b="1">
                <a:solidFill>
                  <a:schemeClr val="accent1"/>
                </a:solidFill>
              </a:rPr>
              <a:t>Problems</a:t>
            </a:r>
            <a:endParaRPr lang="en-US" altLang="zh-CN" sz="3500" b="1">
              <a:solidFill>
                <a:schemeClr val="accent1"/>
              </a:solidFill>
            </a:endParaRPr>
          </a:p>
        </p:txBody>
      </p:sp>
      <p:sp>
        <p:nvSpPr>
          <p:cNvPr id="45" name="圆: 空心 26"/>
          <p:cNvSpPr/>
          <p:nvPr>
            <p:custDataLst>
              <p:tags r:id="rId8"/>
            </p:custDataLst>
          </p:nvPr>
        </p:nvSpPr>
        <p:spPr>
          <a:xfrm>
            <a:off x="5499735" y="6532245"/>
            <a:ext cx="1008000" cy="1037812"/>
          </a:xfrm>
          <a:prstGeom prst="donut">
            <a:avLst>
              <a:gd name="adj" fmla="val 88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6" name="圆: 空心 9"/>
          <p:cNvSpPr/>
          <p:nvPr>
            <p:custDataLst>
              <p:tags r:id="rId9"/>
            </p:custDataLst>
          </p:nvPr>
        </p:nvSpPr>
        <p:spPr>
          <a:xfrm>
            <a:off x="5499735" y="4746625"/>
            <a:ext cx="1008000" cy="1037812"/>
          </a:xfrm>
          <a:prstGeom prst="donut">
            <a:avLst>
              <a:gd name="adj" fmla="val 885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47" name="图片 4" descr="343439383331313b343532303032303bb8f6c8cbd0c5cfa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41365" y="3318510"/>
            <a:ext cx="324000" cy="324000"/>
          </a:xfrm>
          <a:prstGeom prst="rect">
            <a:avLst/>
          </a:prstGeom>
        </p:spPr>
      </p:pic>
      <p:sp>
        <p:nvSpPr>
          <p:cNvPr id="48" name="圆: 空心 12"/>
          <p:cNvSpPr/>
          <p:nvPr>
            <p:custDataLst>
              <p:tags r:id="rId13"/>
            </p:custDataLst>
          </p:nvPr>
        </p:nvSpPr>
        <p:spPr>
          <a:xfrm>
            <a:off x="5499735" y="2961640"/>
            <a:ext cx="1008000" cy="1037812"/>
          </a:xfrm>
          <a:prstGeom prst="donut">
            <a:avLst>
              <a:gd name="adj" fmla="val 88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49" name="图片 7" descr="343439383331313b343532303032333bc6f3d2b5bcf2bde9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852795" y="5114925"/>
            <a:ext cx="301204" cy="301204"/>
          </a:xfrm>
          <a:prstGeom prst="rect">
            <a:avLst/>
          </a:prstGeom>
        </p:spPr>
      </p:pic>
      <p:sp>
        <p:nvSpPr>
          <p:cNvPr id="50" name="任意多边形: 形状 27"/>
          <p:cNvSpPr/>
          <p:nvPr>
            <p:custDataLst>
              <p:tags r:id="rId17"/>
            </p:custDataLst>
          </p:nvPr>
        </p:nvSpPr>
        <p:spPr>
          <a:xfrm flipV="1">
            <a:off x="4290060" y="5513070"/>
            <a:ext cx="1494674" cy="1450413"/>
          </a:xfrm>
          <a:custGeom>
            <a:avLst/>
            <a:gdLst>
              <a:gd name="connsiteX0" fmla="*/ 1211583 w 1494674"/>
              <a:gd name="connsiteY0" fmla="*/ 0 h 1450413"/>
              <a:gd name="connsiteX1" fmla="*/ 1213202 w 1494674"/>
              <a:gd name="connsiteY1" fmla="*/ 16540 h 1450413"/>
              <a:gd name="connsiteX2" fmla="*/ 1425172 w 1494674"/>
              <a:gd name="connsiteY2" fmla="*/ 342247 h 1450413"/>
              <a:gd name="connsiteX3" fmla="*/ 1494674 w 1494674"/>
              <a:gd name="connsiteY3" fmla="*/ 381088 h 1450413"/>
              <a:gd name="connsiteX4" fmla="*/ 1369085 w 1494674"/>
              <a:gd name="connsiteY4" fmla="*/ 442401 h 1450413"/>
              <a:gd name="connsiteX5" fmla="*/ 1213794 w 1494674"/>
              <a:gd name="connsiteY5" fmla="*/ 549822 h 1450413"/>
              <a:gd name="connsiteX6" fmla="*/ 762270 w 1494674"/>
              <a:gd name="connsiteY6" fmla="*/ 1381425 h 1450413"/>
              <a:gd name="connsiteX7" fmla="*/ 758333 w 1494674"/>
              <a:gd name="connsiteY7" fmla="*/ 1450413 h 1450413"/>
              <a:gd name="connsiteX8" fmla="*/ 0 w 1494674"/>
              <a:gd name="connsiteY8" fmla="*/ 513950 h 1450413"/>
              <a:gd name="connsiteX9" fmla="*/ 68299 w 1494674"/>
              <a:gd name="connsiteY9" fmla="*/ 524442 h 1450413"/>
              <a:gd name="connsiteX10" fmla="*/ 975607 w 1494674"/>
              <a:gd name="connsiteY10" fmla="*/ 255686 h 1450413"/>
              <a:gd name="connsiteX11" fmla="*/ 1112968 w 1494674"/>
              <a:gd name="connsiteY11" fmla="*/ 126122 h 1450413"/>
              <a:gd name="connsiteX12" fmla="*/ 1211583 w 1494674"/>
              <a:gd name="connsiteY12" fmla="*/ 0 h 1450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94674" h="1450413">
                <a:moveTo>
                  <a:pt x="1211583" y="0"/>
                </a:moveTo>
                <a:lnTo>
                  <a:pt x="1213202" y="16540"/>
                </a:lnTo>
                <a:cubicBezTo>
                  <a:pt x="1240057" y="151658"/>
                  <a:pt x="1317920" y="267646"/>
                  <a:pt x="1425172" y="342247"/>
                </a:cubicBezTo>
                <a:lnTo>
                  <a:pt x="1494674" y="381088"/>
                </a:lnTo>
                <a:lnTo>
                  <a:pt x="1369085" y="442401"/>
                </a:lnTo>
                <a:cubicBezTo>
                  <a:pt x="1315471" y="473746"/>
                  <a:pt x="1263543" y="509536"/>
                  <a:pt x="1213794" y="549822"/>
                </a:cubicBezTo>
                <a:cubicBezTo>
                  <a:pt x="948465" y="764681"/>
                  <a:pt x="795344" y="1066744"/>
                  <a:pt x="762270" y="1381425"/>
                </a:cubicBezTo>
                <a:lnTo>
                  <a:pt x="758333" y="1450413"/>
                </a:lnTo>
                <a:lnTo>
                  <a:pt x="0" y="513950"/>
                </a:lnTo>
                <a:lnTo>
                  <a:pt x="68299" y="524442"/>
                </a:lnTo>
                <a:cubicBezTo>
                  <a:pt x="382980" y="557517"/>
                  <a:pt x="710278" y="470544"/>
                  <a:pt x="975607" y="255686"/>
                </a:cubicBezTo>
                <a:cubicBezTo>
                  <a:pt x="1025356" y="215400"/>
                  <a:pt x="1071160" y="172048"/>
                  <a:pt x="1112968" y="126122"/>
                </a:cubicBezTo>
                <a:lnTo>
                  <a:pt x="1211583" y="0"/>
                </a:lnTo>
                <a:close/>
              </a:path>
            </a:pathLst>
          </a:cu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51" name="图片 23" descr="343439383331313b343532303034303bcffacadbb9dcc0ed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852795" y="6900545"/>
            <a:ext cx="301203" cy="301203"/>
          </a:xfrm>
          <a:prstGeom prst="rect">
            <a:avLst/>
          </a:prstGeom>
        </p:spPr>
      </p:pic>
    </p:spTree>
    <p:custDataLst>
      <p:tags r:id="rId2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5"/>
          <p:cNvSpPr/>
          <p:nvPr>
            <p:custDataLst>
              <p:tags r:id="rId1"/>
            </p:custDataLst>
          </p:nvPr>
        </p:nvSpPr>
        <p:spPr>
          <a:xfrm>
            <a:off x="6324600" y="0"/>
            <a:ext cx="10511790" cy="10276840"/>
          </a:xfrm>
          <a:custGeom>
            <a:avLst/>
            <a:gdLst/>
            <a:ahLst/>
            <a:cxnLst/>
            <a:rect l="l" t="t" r="r" b="b"/>
            <a:pathLst>
              <a:path w="1369513" h="1203281">
                <a:moveTo>
                  <a:pt x="0" y="0"/>
                </a:moveTo>
                <a:lnTo>
                  <a:pt x="1369513" y="0"/>
                </a:lnTo>
                <a:lnTo>
                  <a:pt x="1369513" y="1203281"/>
                </a:lnTo>
                <a:lnTo>
                  <a:pt x="0" y="1203281"/>
                </a:lnTo>
                <a:close/>
              </a:path>
            </a:pathLst>
          </a:custGeom>
          <a:solidFill>
            <a:srgbClr val="BED2DF"/>
          </a:solidFill>
        </p:spPr>
      </p:sp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4188315">
            <a:off x="-3517084" y="-4769368"/>
            <a:ext cx="7773009" cy="7462089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2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812167">
            <a:off x="-1372870" y="5464175"/>
            <a:ext cx="17786985" cy="1707515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0">
            <a:off x="13634448" y="6377143"/>
            <a:ext cx="9521218" cy="9999086"/>
            <a:chOff x="0" y="0"/>
            <a:chExt cx="12694958" cy="13332115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-1299492">
              <a:off x="1908412" y="1423094"/>
              <a:ext cx="9446518" cy="9068657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812167">
              <a:off x="930097" y="3283892"/>
              <a:ext cx="9446518" cy="9068657"/>
            </a:xfrm>
            <a:prstGeom prst="rect">
              <a:avLst/>
            </a:prstGeom>
          </p:spPr>
        </p:pic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2534271">
            <a:off x="-4337359" y="-3575806"/>
            <a:ext cx="6599853" cy="633585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9800" y="1333500"/>
            <a:ext cx="4603115" cy="219329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" y="4762500"/>
            <a:ext cx="10991850" cy="533019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6000" y="190500"/>
            <a:ext cx="6775450" cy="5011420"/>
          </a:xfrm>
          <a:prstGeom prst="rect">
            <a:avLst/>
          </a:prstGeom>
        </p:spPr>
      </p:pic>
      <p:sp>
        <p:nvSpPr>
          <p:cNvPr id="26" name="TextBox 14"/>
          <p:cNvSpPr txBox="1"/>
          <p:nvPr/>
        </p:nvSpPr>
        <p:spPr>
          <a:xfrm>
            <a:off x="152400" y="266700"/>
            <a:ext cx="5020310" cy="103695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 algn="ctr" fontAlgn="auto">
              <a:lnSpc>
                <a:spcPct val="100000"/>
              </a:lnSpc>
              <a:spcBef>
                <a:spcPct val="0"/>
              </a:spcBef>
            </a:pPr>
            <a:r>
              <a:rPr lang="en-US" sz="4800" b="1" spc="217">
                <a:solidFill>
                  <a:srgbClr val="16496B"/>
                </a:solidFill>
                <a:effectLst/>
                <a:latin typeface="+mj-lt"/>
                <a:cs typeface="+mj-lt"/>
              </a:rPr>
              <a:t>Key </a:t>
            </a:r>
            <a:r>
              <a:rPr lang="en-US" sz="4800" b="1" spc="217">
                <a:solidFill>
                  <a:srgbClr val="16496B"/>
                </a:solidFill>
                <a:effectLst/>
                <a:latin typeface="+mj-lt"/>
                <a:cs typeface="+mj-lt"/>
              </a:rPr>
              <a:t>Changes</a:t>
            </a:r>
            <a:endParaRPr lang="en-US" sz="4800" b="1" spc="217">
              <a:solidFill>
                <a:srgbClr val="16496B"/>
              </a:solidFill>
              <a:effectLst/>
              <a:latin typeface="+mj-lt"/>
              <a:cs typeface="+mj-lt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9907270" y="1423035"/>
            <a:ext cx="6774815" cy="2463165"/>
          </a:xfrm>
          <a:prstGeom prst="roundRect">
            <a:avLst/>
          </a:prstGeom>
          <a:noFill/>
          <a:ln w="127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右箭头 20"/>
          <p:cNvSpPr/>
          <p:nvPr/>
        </p:nvSpPr>
        <p:spPr>
          <a:xfrm>
            <a:off x="6934200" y="1662430"/>
            <a:ext cx="2867660" cy="1408430"/>
          </a:xfrm>
          <a:prstGeom prst="rightArrow">
            <a:avLst>
              <a:gd name="adj1" fmla="val 50000"/>
              <a:gd name="adj2" fmla="val 77970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 b="1">
                <a:solidFill>
                  <a:srgbClr val="FF0000"/>
                </a:solidFill>
              </a:rPr>
              <a:t>reduce </a:t>
            </a:r>
            <a:endParaRPr lang="en-US" altLang="zh-CN" sz="2800" b="1">
              <a:solidFill>
                <a:srgbClr val="FF0000"/>
              </a:solidFill>
            </a:endParaRPr>
          </a:p>
          <a:p>
            <a:pPr algn="ctr"/>
            <a:r>
              <a:rPr lang="en-US" altLang="zh-CN" sz="2800" b="1">
                <a:solidFill>
                  <a:srgbClr val="FF0000"/>
                </a:solidFill>
              </a:rPr>
              <a:t>access level</a:t>
            </a:r>
            <a:endParaRPr lang="en-US" altLang="zh-CN" sz="2800" b="1">
              <a:solidFill>
                <a:srgbClr val="FF0000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 rot="1920000">
            <a:off x="4229735" y="3846195"/>
            <a:ext cx="3886835" cy="1547495"/>
          </a:xfrm>
          <a:prstGeom prst="rightArrow">
            <a:avLst>
              <a:gd name="adj1" fmla="val 50000"/>
              <a:gd name="adj2" fmla="val 77970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 b="1">
                <a:solidFill>
                  <a:srgbClr val="FF0000"/>
                </a:solidFill>
              </a:rPr>
              <a:t>Introducing BattleSystemFacade</a:t>
            </a:r>
            <a:endParaRPr lang="en-US" altLang="zh-CN" sz="28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4188315">
            <a:off x="-3517084" y="-4769368"/>
            <a:ext cx="7773009" cy="7462089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 rot="0">
            <a:off x="13634448" y="6377143"/>
            <a:ext cx="9521218" cy="9999086"/>
            <a:chOff x="0" y="0"/>
            <a:chExt cx="12694958" cy="13332115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-1299492">
              <a:off x="1908412" y="1423094"/>
              <a:ext cx="9446518" cy="9068657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812167">
              <a:off x="930097" y="3283892"/>
              <a:ext cx="9446518" cy="9068657"/>
            </a:xfrm>
            <a:prstGeom prst="rect">
              <a:avLst/>
            </a:prstGeom>
          </p:spPr>
        </p:pic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2534271">
            <a:off x="-4337359" y="-3575806"/>
            <a:ext cx="6599853" cy="6335859"/>
          </a:xfrm>
          <a:prstGeom prst="rect">
            <a:avLst/>
          </a:prstGeom>
        </p:spPr>
      </p:pic>
      <p:grpSp>
        <p:nvGrpSpPr>
          <p:cNvPr id="30" name="组合 29"/>
          <p:cNvGrpSpPr/>
          <p:nvPr/>
        </p:nvGrpSpPr>
        <p:grpSpPr>
          <a:xfrm rot="0">
            <a:off x="612140" y="3901440"/>
            <a:ext cx="7423150" cy="6217920"/>
            <a:chOff x="1080" y="8392"/>
            <a:chExt cx="24923" cy="5976"/>
          </a:xfrm>
        </p:grpSpPr>
        <p:sp>
          <p:nvSpPr>
            <p:cNvPr id="28" name="Freeform 11"/>
            <p:cNvSpPr/>
            <p:nvPr/>
          </p:nvSpPr>
          <p:spPr>
            <a:xfrm>
              <a:off x="1080" y="8392"/>
              <a:ext cx="24923" cy="5976"/>
            </a:xfrm>
            <a:custGeom>
              <a:avLst/>
              <a:gdLst/>
              <a:ahLst/>
              <a:cxnLst/>
              <a:rect l="l" t="t" r="r" b="b"/>
              <a:pathLst>
                <a:path w="4274726" h="763593">
                  <a:moveTo>
                    <a:pt x="0" y="0"/>
                  </a:moveTo>
                  <a:lnTo>
                    <a:pt x="4274726" y="0"/>
                  </a:lnTo>
                  <a:lnTo>
                    <a:pt x="4274726" y="763593"/>
                  </a:lnTo>
                  <a:lnTo>
                    <a:pt x="0" y="7635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>
              <a:solidFill>
                <a:srgbClr val="7495AB"/>
              </a:solidFill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00" y="8580"/>
              <a:ext cx="9674" cy="7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6300"/>
                </a:lnSpc>
                <a:spcBef>
                  <a:spcPct val="0"/>
                </a:spcBef>
              </a:pPr>
              <a:r>
                <a:rPr lang="en-US" sz="4500">
                  <a:solidFill>
                    <a:srgbClr val="16496B"/>
                  </a:solidFill>
                  <a:latin typeface="+mj-lt"/>
                  <a:ea typeface="造字工房尚黑体 粗体" charset="-122"/>
                  <a:cs typeface="+mj-lt"/>
                </a:rPr>
                <a:t>Before</a:t>
              </a:r>
              <a:endParaRPr lang="en-US" sz="4500">
                <a:solidFill>
                  <a:srgbClr val="16496B"/>
                </a:solidFill>
                <a:latin typeface="+mj-lt"/>
                <a:ea typeface="造字工房尚黑体 粗体" charset="-122"/>
                <a:cs typeface="+mj-lt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1600200" y="2095500"/>
            <a:ext cx="5740400" cy="1526540"/>
            <a:chOff x="2520" y="3660"/>
            <a:chExt cx="9040" cy="2884"/>
          </a:xfrm>
        </p:grpSpPr>
        <p:sp>
          <p:nvSpPr>
            <p:cNvPr id="33" name="圆角矩形 32"/>
            <p:cNvSpPr/>
            <p:nvPr/>
          </p:nvSpPr>
          <p:spPr>
            <a:xfrm>
              <a:off x="2520" y="3660"/>
              <a:ext cx="9040" cy="2884"/>
            </a:xfrm>
            <a:prstGeom prst="roundRect">
              <a:avLst/>
            </a:prstGeom>
            <a:ln w="38100"/>
          </p:spPr>
          <p:style>
            <a:lnRef idx="2">
              <a:schemeClr val="accent6"/>
            </a:lnRef>
            <a:fillRef idx="2">
              <a:schemeClr val="accent6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3600" y="3996"/>
              <a:ext cx="7092" cy="2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600">
                  <a:solidFill>
                    <a:srgbClr val="FF0000"/>
                  </a:solidFill>
                  <a:latin typeface="+mj-lt"/>
                  <a:cs typeface="+mj-lt"/>
                </a:rPr>
                <a:t>MapScene --&gt; Battle (Direct dependency)</a:t>
              </a:r>
              <a:endParaRPr lang="en-US" altLang="zh-CN" sz="3600">
                <a:solidFill>
                  <a:srgbClr val="FF0000"/>
                </a:solidFill>
                <a:latin typeface="+mj-lt"/>
                <a:cs typeface="+mj-lt"/>
              </a:endParaRPr>
            </a:p>
          </p:txBody>
        </p:sp>
      </p:grpSp>
      <p:sp>
        <p:nvSpPr>
          <p:cNvPr id="35" name="下箭头 34"/>
          <p:cNvSpPr/>
          <p:nvPr/>
        </p:nvSpPr>
        <p:spPr>
          <a:xfrm rot="16200000">
            <a:off x="7353300" y="2209800"/>
            <a:ext cx="1066800" cy="1447800"/>
          </a:xfrm>
          <a:prstGeom prst="downArrow">
            <a:avLst/>
          </a:prstGeom>
        </p:spPr>
        <p:style>
          <a:lnRef idx="2">
            <a:schemeClr val="accent5"/>
          </a:lnRef>
          <a:fillRef idx="2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8456930" y="2095500"/>
            <a:ext cx="8382000" cy="1526540"/>
          </a:xfrm>
          <a:prstGeom prst="roundRect">
            <a:avLst/>
          </a:prstGeom>
          <a:ln w="38100"/>
        </p:spPr>
        <p:style>
          <a:lnRef idx="2">
            <a:schemeClr val="accent6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686800" y="2268220"/>
            <a:ext cx="8140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>
                <a:solidFill>
                  <a:srgbClr val="FF0000"/>
                </a:solidFill>
                <a:latin typeface="+mj-lt"/>
                <a:cs typeface="+mj-lt"/>
              </a:rPr>
              <a:t>MapScene --&gt; BattleSystemFacade --&gt; Battle (Introducing appearance patterns)</a:t>
            </a:r>
            <a:endParaRPr lang="en-US" altLang="zh-CN" sz="3600">
              <a:solidFill>
                <a:srgbClr val="FF0000"/>
              </a:solidFill>
              <a:latin typeface="+mj-lt"/>
              <a:cs typeface="+mj-lt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7140" y="3990340"/>
            <a:ext cx="5441950" cy="5841365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 rot="0">
            <a:off x="9677400" y="3891280"/>
            <a:ext cx="7423150" cy="6217920"/>
            <a:chOff x="1080" y="8392"/>
            <a:chExt cx="24923" cy="5976"/>
          </a:xfrm>
        </p:grpSpPr>
        <p:sp>
          <p:nvSpPr>
            <p:cNvPr id="13" name="Freeform 11"/>
            <p:cNvSpPr/>
            <p:nvPr/>
          </p:nvSpPr>
          <p:spPr>
            <a:xfrm>
              <a:off x="1080" y="8392"/>
              <a:ext cx="24923" cy="5976"/>
            </a:xfrm>
            <a:custGeom>
              <a:avLst/>
              <a:gdLst/>
              <a:ahLst/>
              <a:cxnLst/>
              <a:rect l="l" t="t" r="r" b="b"/>
              <a:pathLst>
                <a:path w="4274726" h="763593">
                  <a:moveTo>
                    <a:pt x="0" y="0"/>
                  </a:moveTo>
                  <a:lnTo>
                    <a:pt x="4274726" y="0"/>
                  </a:lnTo>
                  <a:lnTo>
                    <a:pt x="4274726" y="763593"/>
                  </a:lnTo>
                  <a:lnTo>
                    <a:pt x="0" y="7635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>
              <a:solidFill>
                <a:srgbClr val="7495AB"/>
              </a:solidFill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" name="TextBox 24"/>
            <p:cNvSpPr txBox="1"/>
            <p:nvPr/>
          </p:nvSpPr>
          <p:spPr>
            <a:xfrm>
              <a:off x="1800" y="8580"/>
              <a:ext cx="9674" cy="7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>
                <a:lnSpc>
                  <a:spcPts val="6300"/>
                </a:lnSpc>
                <a:spcBef>
                  <a:spcPct val="0"/>
                </a:spcBef>
              </a:pPr>
              <a:r>
                <a:rPr lang="en-US" sz="4500">
                  <a:solidFill>
                    <a:srgbClr val="16496B"/>
                  </a:solidFill>
                  <a:latin typeface="+mj-lt"/>
                  <a:ea typeface="造字工房尚黑体 粗体" charset="-122"/>
                  <a:cs typeface="+mj-lt"/>
                </a:rPr>
                <a:t>After</a:t>
              </a:r>
              <a:endParaRPr lang="en-US" sz="4500">
                <a:solidFill>
                  <a:srgbClr val="16496B"/>
                </a:solidFill>
                <a:latin typeface="+mj-lt"/>
                <a:ea typeface="造字工房尚黑体 粗体" charset="-122"/>
                <a:cs typeface="+mj-lt"/>
              </a:endParaRPr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4838700"/>
            <a:ext cx="6591300" cy="496252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6934200" y="6819900"/>
            <a:ext cx="368300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 strike="sngStrike">
                <a:solidFill>
                  <a:srgbClr val="FF0000"/>
                </a:solidFill>
              </a:rPr>
              <a:t>High coupling</a:t>
            </a:r>
            <a:endParaRPr lang="zh-CN" altLang="en-US" sz="2800" strike="sngStrike">
              <a:solidFill>
                <a:srgbClr val="FF0000"/>
              </a:solidFill>
            </a:endParaRPr>
          </a:p>
          <a:p>
            <a:pPr algn="ctr"/>
            <a:r>
              <a:rPr lang="zh-CN" altLang="en-US" sz="2800" strike="sngStrike">
                <a:solidFill>
                  <a:srgbClr val="FF0000"/>
                </a:solidFill>
              </a:rPr>
              <a:t>Confusion of duties</a:t>
            </a:r>
            <a:endParaRPr lang="zh-CN" altLang="en-US" sz="2800" strike="sngStrike">
              <a:solidFill>
                <a:srgbClr val="FF0000"/>
              </a:solidFill>
            </a:endParaRPr>
          </a:p>
          <a:p>
            <a:pPr algn="ctr"/>
            <a:r>
              <a:rPr lang="zh-CN" altLang="en-US" sz="2800" strike="sngStrike">
                <a:solidFill>
                  <a:srgbClr val="FF0000"/>
                </a:solidFill>
              </a:rPr>
              <a:t>Inconsistent interfaces</a:t>
            </a:r>
            <a:endParaRPr lang="zh-CN" altLang="en-US" sz="2800" strike="sngStrike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35" grpId="0" bldLvl="0" animBg="1"/>
      <p:bldP spid="35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0" y="1485900"/>
            <a:ext cx="12285980" cy="7702550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4188315">
            <a:off x="-3517084" y="-4853188"/>
            <a:ext cx="7773009" cy="7462089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 rot="0">
            <a:off x="13634448" y="6377143"/>
            <a:ext cx="9521218" cy="9999086"/>
            <a:chOff x="0" y="0"/>
            <a:chExt cx="12694958" cy="13332115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-1299492">
              <a:off x="1908412" y="1423094"/>
              <a:ext cx="9446518" cy="9068657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812167">
              <a:off x="930097" y="3283892"/>
              <a:ext cx="9446518" cy="9068657"/>
            </a:xfrm>
            <a:prstGeom prst="rect">
              <a:avLst/>
            </a:prstGeom>
          </p:spPr>
        </p:pic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2534271">
            <a:off x="-4337359" y="-3575806"/>
            <a:ext cx="6599853" cy="633585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876800" y="495300"/>
            <a:ext cx="9056370" cy="113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buClrTx/>
              <a:buSzTx/>
              <a:buFontTx/>
            </a:pPr>
            <a:r>
              <a:rPr lang="en-US" sz="4800" b="1" spc="217">
                <a:solidFill>
                  <a:srgbClr val="16496B"/>
                </a:solidFill>
                <a:effectLst/>
                <a:latin typeface="+mj-lt"/>
                <a:cs typeface="+mj-lt"/>
              </a:rPr>
              <a:t>Class diagram comparison</a:t>
            </a:r>
            <a:endParaRPr lang="en-US" sz="4800" b="1" spc="217">
              <a:solidFill>
                <a:srgbClr val="16496B"/>
              </a:solidFill>
              <a:effectLst/>
              <a:latin typeface="+mj-lt"/>
              <a:cs typeface="+mj-l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/>
        </p:blipFill>
        <p:spPr>
          <a:xfrm>
            <a:off x="914400" y="6515100"/>
            <a:ext cx="5497830" cy="3092450"/>
          </a:xfrm>
          <a:prstGeom prst="rect">
            <a:avLst/>
          </a:prstGeom>
        </p:spPr>
      </p:pic>
      <p:sp>
        <p:nvSpPr>
          <p:cNvPr id="10" name="右箭头 9"/>
          <p:cNvSpPr/>
          <p:nvPr/>
        </p:nvSpPr>
        <p:spPr>
          <a:xfrm rot="18960000">
            <a:off x="5621020" y="5180330"/>
            <a:ext cx="2460625" cy="94234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after </a:t>
            </a:r>
            <a:r>
              <a:rPr lang="en-US" altLang="zh-CN"/>
              <a:t>refactory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9372600" y="1485900"/>
            <a:ext cx="2514600" cy="3905885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圆角矩形 32"/>
          <p:cNvSpPr/>
          <p:nvPr/>
        </p:nvSpPr>
        <p:spPr>
          <a:xfrm>
            <a:off x="1173480" y="2095500"/>
            <a:ext cx="3159760" cy="3561715"/>
          </a:xfrm>
          <a:prstGeom prst="roundRect">
            <a:avLst/>
          </a:prstGeom>
          <a:ln w="38100"/>
        </p:spPr>
        <p:style>
          <a:lnRef idx="2">
            <a:schemeClr val="accent6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rgbClr val="FF0000"/>
                </a:solidFill>
              </a:rPr>
              <a:t>Add a new </a:t>
            </a:r>
            <a:r>
              <a:rPr lang="en-US" altLang="zh-CN" sz="2400" b="1">
                <a:solidFill>
                  <a:srgbClr val="FF0000"/>
                </a:solidFill>
              </a:rPr>
              <a:t>class </a:t>
            </a:r>
            <a:endParaRPr lang="en-US" altLang="zh-CN" sz="2400" b="1">
              <a:solidFill>
                <a:srgbClr val="FF0000"/>
              </a:solidFill>
            </a:endParaRPr>
          </a:p>
          <a:p>
            <a:pPr algn="ctr"/>
            <a:r>
              <a:rPr lang="en-US" altLang="zh-CN" sz="2400" b="1">
                <a:solidFill>
                  <a:srgbClr val="FF0000"/>
                </a:solidFill>
              </a:rPr>
              <a:t>BattleSystemFacade</a:t>
            </a:r>
            <a:endParaRPr lang="en-US" altLang="zh-CN" sz="2400" b="1">
              <a:solidFill>
                <a:srgbClr val="FF0000"/>
              </a:solidFill>
            </a:endParaRPr>
          </a:p>
          <a:p>
            <a:pPr algn="ctr"/>
            <a:r>
              <a:rPr lang="en-US" altLang="zh-CN" sz="2400" b="1">
                <a:solidFill>
                  <a:srgbClr val="FF0000"/>
                </a:solidFill>
              </a:rPr>
              <a:t>——</a:t>
            </a:r>
            <a:endParaRPr lang="en-US" altLang="zh-CN" sz="2400" b="1">
              <a:solidFill>
                <a:srgbClr val="FF0000"/>
              </a:solidFill>
            </a:endParaRPr>
          </a:p>
          <a:p>
            <a:pPr algn="ctr"/>
            <a:r>
              <a:rPr lang="en-US" altLang="zh-CN" sz="2400" b="1" i="1">
                <a:solidFill>
                  <a:srgbClr val="FF0000"/>
                </a:solidFill>
              </a:rPr>
              <a:t>All battle-related operations </a:t>
            </a:r>
            <a:r>
              <a:rPr lang="en-US" altLang="zh-CN" sz="2400" b="1" i="1">
                <a:solidFill>
                  <a:srgbClr val="FF0000"/>
                </a:solidFill>
              </a:rPr>
              <a:t>will carry out through it</a:t>
            </a:r>
            <a:endParaRPr lang="en-US" altLang="zh-CN" sz="2400" b="1" i="1">
              <a:solidFill>
                <a:srgbClr val="FF000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3030200" y="3460115"/>
            <a:ext cx="2418715" cy="133477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箭头连接符 14"/>
          <p:cNvCxnSpPr/>
          <p:nvPr/>
        </p:nvCxnSpPr>
        <p:spPr>
          <a:xfrm flipH="1">
            <a:off x="4343400" y="1936750"/>
            <a:ext cx="5014595" cy="692150"/>
          </a:xfrm>
          <a:prstGeom prst="straightConnector1">
            <a:avLst/>
          </a:prstGeom>
          <a:ln w="50800">
            <a:solidFill>
              <a:srgbClr val="C0504D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圆角矩形 15"/>
          <p:cNvSpPr/>
          <p:nvPr/>
        </p:nvSpPr>
        <p:spPr>
          <a:xfrm>
            <a:off x="8001000" y="6134100"/>
            <a:ext cx="3159760" cy="3561715"/>
          </a:xfrm>
          <a:prstGeom prst="roundRect">
            <a:avLst/>
          </a:prstGeom>
          <a:ln w="38100"/>
        </p:spPr>
        <p:style>
          <a:lnRef idx="2">
            <a:schemeClr val="accent6"/>
          </a:lnRef>
          <a:fillRef idx="2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rgbClr val="FF0000"/>
                </a:solidFill>
              </a:rPr>
              <a:t>changed methods to </a:t>
            </a:r>
            <a:r>
              <a:rPr lang="en-US" altLang="zh-CN" sz="2400" b="1">
                <a:solidFill>
                  <a:srgbClr val="FF0000"/>
                </a:solidFill>
              </a:rPr>
              <a:t>be protected</a:t>
            </a:r>
            <a:endParaRPr lang="en-US" altLang="zh-CN" sz="2400" b="1">
              <a:solidFill>
                <a:srgbClr val="FF0000"/>
              </a:solidFill>
            </a:endParaRPr>
          </a:p>
          <a:p>
            <a:pPr algn="ctr"/>
            <a:r>
              <a:rPr lang="en-US" altLang="zh-CN" sz="2400" b="1">
                <a:solidFill>
                  <a:srgbClr val="FF0000"/>
                </a:solidFill>
              </a:rPr>
              <a:t>——</a:t>
            </a:r>
            <a:endParaRPr lang="en-US" altLang="zh-CN" sz="2400" b="1">
              <a:solidFill>
                <a:srgbClr val="FF0000"/>
              </a:solidFill>
            </a:endParaRPr>
          </a:p>
          <a:p>
            <a:pPr algn="ctr"/>
            <a:r>
              <a:rPr lang="en-US" altLang="zh-CN" sz="2400" b="1" i="1">
                <a:solidFill>
                  <a:srgbClr val="FF0000"/>
                </a:solidFill>
              </a:rPr>
              <a:t>making them invisible to external systems and BattleSystemFacade directly manage Battle</a:t>
            </a:r>
            <a:endParaRPr lang="en-US" altLang="zh-CN" sz="2400" b="1" i="1">
              <a:solidFill>
                <a:srgbClr val="FF0000"/>
              </a:solidFill>
            </a:endParaRPr>
          </a:p>
        </p:txBody>
      </p:sp>
      <p:cxnSp>
        <p:nvCxnSpPr>
          <p:cNvPr id="17" name="直接箭头连接符 16"/>
          <p:cNvCxnSpPr>
            <a:stCxn id="13" idx="1"/>
            <a:endCxn id="16" idx="3"/>
          </p:cNvCxnSpPr>
          <p:nvPr/>
        </p:nvCxnSpPr>
        <p:spPr>
          <a:xfrm flipH="1">
            <a:off x="11160760" y="4127500"/>
            <a:ext cx="1869440" cy="3787775"/>
          </a:xfrm>
          <a:prstGeom prst="straightConnector1">
            <a:avLst/>
          </a:prstGeom>
          <a:ln w="50800">
            <a:solidFill>
              <a:srgbClr val="C0504D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4188315">
            <a:off x="-3517084" y="-4769368"/>
            <a:ext cx="7773009" cy="7462089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 rot="0">
            <a:off x="13634448" y="6377143"/>
            <a:ext cx="9521218" cy="9999086"/>
            <a:chOff x="0" y="0"/>
            <a:chExt cx="12694958" cy="13332115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-1299492">
              <a:off x="1908412" y="1423094"/>
              <a:ext cx="9446518" cy="9068657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812167">
              <a:off x="930097" y="3283892"/>
              <a:ext cx="9446518" cy="9068657"/>
            </a:xfrm>
            <a:prstGeom prst="rect">
              <a:avLst/>
            </a:prstGeom>
          </p:spPr>
        </p:pic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2534271">
            <a:off x="-4337359" y="-3575806"/>
            <a:ext cx="6599853" cy="6335859"/>
          </a:xfrm>
          <a:prstGeom prst="rect">
            <a:avLst/>
          </a:prstGeom>
        </p:spPr>
      </p:pic>
      <p:sp>
        <p:nvSpPr>
          <p:cNvPr id="26" name="TextBox 14"/>
          <p:cNvSpPr txBox="1"/>
          <p:nvPr/>
        </p:nvSpPr>
        <p:spPr>
          <a:xfrm>
            <a:off x="4038600" y="723900"/>
            <a:ext cx="13386435" cy="86487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 algn="ctr" fontAlgn="auto">
              <a:lnSpc>
                <a:spcPct val="100000"/>
              </a:lnSpc>
              <a:spcBef>
                <a:spcPct val="0"/>
              </a:spcBef>
            </a:pPr>
            <a:r>
              <a:rPr lang="en-US" sz="4800" b="1" spc="217">
                <a:solidFill>
                  <a:srgbClr val="16496B"/>
                </a:solidFill>
                <a:effectLst/>
                <a:latin typeface="+mj-lt"/>
                <a:cs typeface="+mj-lt"/>
              </a:rPr>
              <a:t>The need to introduce the Facade pattern</a:t>
            </a:r>
            <a:endParaRPr lang="en-US" sz="4800" b="1" spc="217">
              <a:solidFill>
                <a:srgbClr val="16496B"/>
              </a:solidFill>
              <a:effectLst/>
              <a:latin typeface="+mj-lt"/>
              <a:cs typeface="+mj-lt"/>
            </a:endParaRPr>
          </a:p>
        </p:txBody>
      </p:sp>
      <p:grpSp>
        <p:nvGrpSpPr>
          <p:cNvPr id="52" name="组合 51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3657600" y="2019300"/>
            <a:ext cx="11861800" cy="4111625"/>
            <a:chOff x="3769" y="3454"/>
            <a:chExt cx="20962" cy="7266"/>
          </a:xfrm>
        </p:grpSpPr>
        <p:sp>
          <p:nvSpPr>
            <p:cNvPr id="42" name="任意多边形: 形状 41"/>
            <p:cNvSpPr/>
            <p:nvPr>
              <p:custDataLst>
                <p:tags r:id="rId6"/>
              </p:custDataLst>
            </p:nvPr>
          </p:nvSpPr>
          <p:spPr>
            <a:xfrm>
              <a:off x="7955" y="6639"/>
              <a:ext cx="822" cy="907"/>
            </a:xfrm>
            <a:custGeom>
              <a:avLst/>
              <a:gdLst>
                <a:gd name="connsiteX0" fmla="*/ 0 w 522072"/>
                <a:gd name="connsiteY0" fmla="*/ 0 h 576000"/>
                <a:gd name="connsiteX1" fmla="*/ 57685 w 522072"/>
                <a:gd name="connsiteY1" fmla="*/ 36499 h 576000"/>
                <a:gd name="connsiteX2" fmla="*/ 305792 w 522072"/>
                <a:gd name="connsiteY2" fmla="*/ 94890 h 576000"/>
                <a:gd name="connsiteX3" fmla="*/ 434252 w 522072"/>
                <a:gd name="connsiteY3" fmla="*/ 79794 h 576000"/>
                <a:gd name="connsiteX4" fmla="*/ 513663 w 522072"/>
                <a:gd name="connsiteY4" fmla="*/ 51059 h 576000"/>
                <a:gd name="connsiteX5" fmla="*/ 495233 w 522072"/>
                <a:gd name="connsiteY5" fmla="*/ 86018 h 576000"/>
                <a:gd name="connsiteX6" fmla="*/ 455626 w 522072"/>
                <a:gd name="connsiteY6" fmla="*/ 288000 h 576000"/>
                <a:gd name="connsiteX7" fmla="*/ 495233 w 522072"/>
                <a:gd name="connsiteY7" fmla="*/ 489982 h 576000"/>
                <a:gd name="connsiteX8" fmla="*/ 522072 w 522072"/>
                <a:gd name="connsiteY8" fmla="*/ 540891 h 576000"/>
                <a:gd name="connsiteX9" fmla="*/ 421275 w 522072"/>
                <a:gd name="connsiteY9" fmla="*/ 504416 h 576000"/>
                <a:gd name="connsiteX10" fmla="*/ 292815 w 522072"/>
                <a:gd name="connsiteY10" fmla="*/ 489320 h 576000"/>
                <a:gd name="connsiteX11" fmla="*/ 44708 w 522072"/>
                <a:gd name="connsiteY11" fmla="*/ 547712 h 576000"/>
                <a:gd name="connsiteX12" fmla="*/ 0 w 522072"/>
                <a:gd name="connsiteY12" fmla="*/ 576000 h 576000"/>
                <a:gd name="connsiteX13" fmla="*/ 0 w 522072"/>
                <a:gd name="connsiteY13" fmla="*/ 0 h 57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2072" h="576000">
                  <a:moveTo>
                    <a:pt x="0" y="0"/>
                  </a:moveTo>
                  <a:lnTo>
                    <a:pt x="57685" y="36499"/>
                  </a:lnTo>
                  <a:cubicBezTo>
                    <a:pt x="133943" y="74098"/>
                    <a:pt x="217785" y="94890"/>
                    <a:pt x="305792" y="94890"/>
                  </a:cubicBezTo>
                  <a:cubicBezTo>
                    <a:pt x="349796" y="94890"/>
                    <a:pt x="392758" y="89692"/>
                    <a:pt x="434252" y="79794"/>
                  </a:cubicBezTo>
                  <a:lnTo>
                    <a:pt x="513663" y="51059"/>
                  </a:lnTo>
                  <a:lnTo>
                    <a:pt x="495233" y="86018"/>
                  </a:lnTo>
                  <a:cubicBezTo>
                    <a:pt x="469729" y="148100"/>
                    <a:pt x="455626" y="216354"/>
                    <a:pt x="455626" y="288000"/>
                  </a:cubicBezTo>
                  <a:cubicBezTo>
                    <a:pt x="455626" y="359646"/>
                    <a:pt x="469729" y="427901"/>
                    <a:pt x="495233" y="489982"/>
                  </a:cubicBezTo>
                  <a:lnTo>
                    <a:pt x="522072" y="540891"/>
                  </a:lnTo>
                  <a:lnTo>
                    <a:pt x="421275" y="504416"/>
                  </a:lnTo>
                  <a:cubicBezTo>
                    <a:pt x="379781" y="494518"/>
                    <a:pt x="336819" y="489320"/>
                    <a:pt x="292815" y="489320"/>
                  </a:cubicBezTo>
                  <a:cubicBezTo>
                    <a:pt x="204808" y="489320"/>
                    <a:pt x="120966" y="510112"/>
                    <a:pt x="44708" y="547712"/>
                  </a:cubicBezTo>
                  <a:lnTo>
                    <a:pt x="0" y="57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9" name="任意多边形: 形状 17"/>
            <p:cNvSpPr/>
            <p:nvPr>
              <p:custDataLst>
                <p:tags r:id="rId7"/>
              </p:custDataLst>
            </p:nvPr>
          </p:nvSpPr>
          <p:spPr>
            <a:xfrm>
              <a:off x="6778" y="4407"/>
              <a:ext cx="2354" cy="2284"/>
            </a:xfrm>
            <a:custGeom>
              <a:avLst/>
              <a:gdLst>
                <a:gd name="connsiteX0" fmla="*/ 1211583 w 1494674"/>
                <a:gd name="connsiteY0" fmla="*/ 0 h 1450413"/>
                <a:gd name="connsiteX1" fmla="*/ 1213202 w 1494674"/>
                <a:gd name="connsiteY1" fmla="*/ 16540 h 1450413"/>
                <a:gd name="connsiteX2" fmla="*/ 1425172 w 1494674"/>
                <a:gd name="connsiteY2" fmla="*/ 342247 h 1450413"/>
                <a:gd name="connsiteX3" fmla="*/ 1494674 w 1494674"/>
                <a:gd name="connsiteY3" fmla="*/ 381088 h 1450413"/>
                <a:gd name="connsiteX4" fmla="*/ 1369085 w 1494674"/>
                <a:gd name="connsiteY4" fmla="*/ 442401 h 1450413"/>
                <a:gd name="connsiteX5" fmla="*/ 1213794 w 1494674"/>
                <a:gd name="connsiteY5" fmla="*/ 549822 h 1450413"/>
                <a:gd name="connsiteX6" fmla="*/ 762270 w 1494674"/>
                <a:gd name="connsiteY6" fmla="*/ 1381425 h 1450413"/>
                <a:gd name="connsiteX7" fmla="*/ 758333 w 1494674"/>
                <a:gd name="connsiteY7" fmla="*/ 1450413 h 1450413"/>
                <a:gd name="connsiteX8" fmla="*/ 0 w 1494674"/>
                <a:gd name="connsiteY8" fmla="*/ 513950 h 1450413"/>
                <a:gd name="connsiteX9" fmla="*/ 68299 w 1494674"/>
                <a:gd name="connsiteY9" fmla="*/ 524442 h 1450413"/>
                <a:gd name="connsiteX10" fmla="*/ 975607 w 1494674"/>
                <a:gd name="connsiteY10" fmla="*/ 255686 h 1450413"/>
                <a:gd name="connsiteX11" fmla="*/ 1112968 w 1494674"/>
                <a:gd name="connsiteY11" fmla="*/ 126122 h 1450413"/>
                <a:gd name="connsiteX12" fmla="*/ 1211583 w 1494674"/>
                <a:gd name="connsiteY12" fmla="*/ 0 h 1450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94674" h="1450413">
                  <a:moveTo>
                    <a:pt x="1211583" y="0"/>
                  </a:moveTo>
                  <a:lnTo>
                    <a:pt x="1213202" y="16540"/>
                  </a:lnTo>
                  <a:cubicBezTo>
                    <a:pt x="1240057" y="151658"/>
                    <a:pt x="1317920" y="267646"/>
                    <a:pt x="1425172" y="342247"/>
                  </a:cubicBezTo>
                  <a:lnTo>
                    <a:pt x="1494674" y="381088"/>
                  </a:lnTo>
                  <a:lnTo>
                    <a:pt x="1369085" y="442401"/>
                  </a:lnTo>
                  <a:cubicBezTo>
                    <a:pt x="1315471" y="473746"/>
                    <a:pt x="1263543" y="509536"/>
                    <a:pt x="1213794" y="549822"/>
                  </a:cubicBezTo>
                  <a:cubicBezTo>
                    <a:pt x="948465" y="764681"/>
                    <a:pt x="795344" y="1066744"/>
                    <a:pt x="762270" y="1381425"/>
                  </a:cubicBezTo>
                  <a:lnTo>
                    <a:pt x="758333" y="1450413"/>
                  </a:lnTo>
                  <a:lnTo>
                    <a:pt x="0" y="513950"/>
                  </a:lnTo>
                  <a:lnTo>
                    <a:pt x="68299" y="524442"/>
                  </a:lnTo>
                  <a:cubicBezTo>
                    <a:pt x="382980" y="557517"/>
                    <a:pt x="710278" y="470544"/>
                    <a:pt x="975607" y="255686"/>
                  </a:cubicBezTo>
                  <a:cubicBezTo>
                    <a:pt x="1025356" y="215400"/>
                    <a:pt x="1071160" y="172048"/>
                    <a:pt x="1112968" y="126122"/>
                  </a:cubicBezTo>
                  <a:lnTo>
                    <a:pt x="1211583" y="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50" name="任意多边形: 形状 27"/>
            <p:cNvSpPr/>
            <p:nvPr>
              <p:custDataLst>
                <p:tags r:id="rId8"/>
              </p:custDataLst>
            </p:nvPr>
          </p:nvSpPr>
          <p:spPr>
            <a:xfrm flipV="1">
              <a:off x="6756" y="7482"/>
              <a:ext cx="2354" cy="2284"/>
            </a:xfrm>
            <a:custGeom>
              <a:avLst/>
              <a:gdLst>
                <a:gd name="connsiteX0" fmla="*/ 1211583 w 1494674"/>
                <a:gd name="connsiteY0" fmla="*/ 0 h 1450413"/>
                <a:gd name="connsiteX1" fmla="*/ 1213202 w 1494674"/>
                <a:gd name="connsiteY1" fmla="*/ 16540 h 1450413"/>
                <a:gd name="connsiteX2" fmla="*/ 1425172 w 1494674"/>
                <a:gd name="connsiteY2" fmla="*/ 342247 h 1450413"/>
                <a:gd name="connsiteX3" fmla="*/ 1494674 w 1494674"/>
                <a:gd name="connsiteY3" fmla="*/ 381088 h 1450413"/>
                <a:gd name="connsiteX4" fmla="*/ 1369085 w 1494674"/>
                <a:gd name="connsiteY4" fmla="*/ 442401 h 1450413"/>
                <a:gd name="connsiteX5" fmla="*/ 1213794 w 1494674"/>
                <a:gd name="connsiteY5" fmla="*/ 549822 h 1450413"/>
                <a:gd name="connsiteX6" fmla="*/ 762270 w 1494674"/>
                <a:gd name="connsiteY6" fmla="*/ 1381425 h 1450413"/>
                <a:gd name="connsiteX7" fmla="*/ 758333 w 1494674"/>
                <a:gd name="connsiteY7" fmla="*/ 1450413 h 1450413"/>
                <a:gd name="connsiteX8" fmla="*/ 0 w 1494674"/>
                <a:gd name="connsiteY8" fmla="*/ 513950 h 1450413"/>
                <a:gd name="connsiteX9" fmla="*/ 68299 w 1494674"/>
                <a:gd name="connsiteY9" fmla="*/ 524442 h 1450413"/>
                <a:gd name="connsiteX10" fmla="*/ 975607 w 1494674"/>
                <a:gd name="connsiteY10" fmla="*/ 255686 h 1450413"/>
                <a:gd name="connsiteX11" fmla="*/ 1112968 w 1494674"/>
                <a:gd name="connsiteY11" fmla="*/ 126122 h 1450413"/>
                <a:gd name="connsiteX12" fmla="*/ 1211583 w 1494674"/>
                <a:gd name="connsiteY12" fmla="*/ 0 h 1450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94674" h="1450413">
                  <a:moveTo>
                    <a:pt x="1211583" y="0"/>
                  </a:moveTo>
                  <a:lnTo>
                    <a:pt x="1213202" y="16540"/>
                  </a:lnTo>
                  <a:cubicBezTo>
                    <a:pt x="1240057" y="151658"/>
                    <a:pt x="1317920" y="267646"/>
                    <a:pt x="1425172" y="342247"/>
                  </a:cubicBezTo>
                  <a:lnTo>
                    <a:pt x="1494674" y="381088"/>
                  </a:lnTo>
                  <a:lnTo>
                    <a:pt x="1369085" y="442401"/>
                  </a:lnTo>
                  <a:cubicBezTo>
                    <a:pt x="1315471" y="473746"/>
                    <a:pt x="1263543" y="509536"/>
                    <a:pt x="1213794" y="549822"/>
                  </a:cubicBezTo>
                  <a:cubicBezTo>
                    <a:pt x="948465" y="764681"/>
                    <a:pt x="795344" y="1066744"/>
                    <a:pt x="762270" y="1381425"/>
                  </a:cubicBezTo>
                  <a:lnTo>
                    <a:pt x="758333" y="1450413"/>
                  </a:lnTo>
                  <a:lnTo>
                    <a:pt x="0" y="513950"/>
                  </a:lnTo>
                  <a:lnTo>
                    <a:pt x="68299" y="524442"/>
                  </a:lnTo>
                  <a:cubicBezTo>
                    <a:pt x="382980" y="557517"/>
                    <a:pt x="710278" y="470544"/>
                    <a:pt x="975607" y="255686"/>
                  </a:cubicBezTo>
                  <a:cubicBezTo>
                    <a:pt x="1025356" y="215400"/>
                    <a:pt x="1071160" y="172048"/>
                    <a:pt x="1112968" y="126122"/>
                  </a:cubicBezTo>
                  <a:lnTo>
                    <a:pt x="1211583" y="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grpSp>
          <p:nvGrpSpPr>
            <p:cNvPr id="44" name="组合 43"/>
            <p:cNvGrpSpPr/>
            <p:nvPr>
              <p:custDataLst>
                <p:tags r:id="rId9"/>
              </p:custDataLst>
            </p:nvPr>
          </p:nvGrpSpPr>
          <p:grpSpPr>
            <a:xfrm>
              <a:off x="3769" y="3454"/>
              <a:ext cx="20962" cy="7267"/>
              <a:chOff x="3769" y="3454"/>
              <a:chExt cx="20962" cy="7267"/>
            </a:xfrm>
          </p:grpSpPr>
          <p:grpSp>
            <p:nvGrpSpPr>
              <p:cNvPr id="41" name="组合 40"/>
              <p:cNvGrpSpPr/>
              <p:nvPr>
                <p:custDataLst>
                  <p:tags r:id="rId10"/>
                </p:custDataLst>
              </p:nvPr>
            </p:nvGrpSpPr>
            <p:grpSpPr>
              <a:xfrm>
                <a:off x="3769" y="3454"/>
                <a:ext cx="20962" cy="7241"/>
                <a:chOff x="3769" y="3454"/>
                <a:chExt cx="20962" cy="7241"/>
              </a:xfrm>
            </p:grpSpPr>
            <p:grpSp>
              <p:nvGrpSpPr>
                <p:cNvPr id="34" name="组合 33"/>
                <p:cNvGrpSpPr/>
                <p:nvPr/>
              </p:nvGrpSpPr>
              <p:grpSpPr>
                <a:xfrm>
                  <a:off x="8521" y="3454"/>
                  <a:ext cx="16210" cy="1597"/>
                  <a:chOff x="2520" y="3660"/>
                  <a:chExt cx="9040" cy="2884"/>
                </a:xfrm>
              </p:grpSpPr>
              <p:sp>
                <p:nvSpPr>
                  <p:cNvPr id="33" name="圆角矩形 32"/>
                  <p:cNvSpPr/>
                  <p:nvPr/>
                </p:nvSpPr>
                <p:spPr>
                  <a:xfrm>
                    <a:off x="2520" y="3660"/>
                    <a:ext cx="9040" cy="2884"/>
                  </a:xfrm>
                  <a:prstGeom prst="roundRect">
                    <a:avLst/>
                  </a:prstGeom>
                  <a:ln w="38100"/>
                </p:spPr>
                <p:style>
                  <a:lnRef idx="2">
                    <a:schemeClr val="accent6"/>
                  </a:lnRef>
                  <a:fillRef idx="2">
                    <a:schemeClr val="accent6"/>
                  </a:fillRef>
                  <a:effectRef idx="0">
                    <a:srgbClr val="FFFFFF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1" name="文本框 30"/>
                  <p:cNvSpPr txBox="1"/>
                  <p:nvPr/>
                </p:nvSpPr>
                <p:spPr>
                  <a:xfrm>
                    <a:off x="3568" y="4166"/>
                    <a:ext cx="6519" cy="205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r>
                      <a:rPr lang="en-US" altLang="zh-CN" sz="3600">
                        <a:solidFill>
                          <a:srgbClr val="4F80BD"/>
                        </a:solidFill>
                        <a:latin typeface="+mj-lt"/>
                        <a:cs typeface="+mj-lt"/>
                      </a:rPr>
                      <a:t>Simplify External </a:t>
                    </a:r>
                    <a:r>
                      <a:rPr lang="en-US" altLang="zh-CN" sz="3600">
                        <a:solidFill>
                          <a:srgbClr val="4F80BD"/>
                        </a:solidFill>
                        <a:latin typeface="+mj-lt"/>
                        <a:cs typeface="+mj-lt"/>
                      </a:rPr>
                      <a:t>Calls</a:t>
                    </a:r>
                    <a:endParaRPr lang="en-US" altLang="zh-CN" sz="3600">
                      <a:solidFill>
                        <a:srgbClr val="4F80BD"/>
                      </a:solidFill>
                      <a:latin typeface="+mj-lt"/>
                      <a:cs typeface="+mj-lt"/>
                    </a:endParaRPr>
                  </a:p>
                </p:txBody>
              </p:sp>
            </p:grpSp>
            <p:grpSp>
              <p:nvGrpSpPr>
                <p:cNvPr id="18" name="组合 17"/>
                <p:cNvGrpSpPr/>
                <p:nvPr/>
              </p:nvGrpSpPr>
              <p:grpSpPr>
                <a:xfrm>
                  <a:off x="8505" y="6300"/>
                  <a:ext cx="16210" cy="1597"/>
                  <a:chOff x="2520" y="3660"/>
                  <a:chExt cx="9040" cy="2884"/>
                </a:xfrm>
              </p:grpSpPr>
              <p:sp>
                <p:nvSpPr>
                  <p:cNvPr id="19" name="圆角矩形 18"/>
                  <p:cNvSpPr/>
                  <p:nvPr/>
                </p:nvSpPr>
                <p:spPr>
                  <a:xfrm>
                    <a:off x="2520" y="3660"/>
                    <a:ext cx="9040" cy="2884"/>
                  </a:xfrm>
                  <a:prstGeom prst="roundRect">
                    <a:avLst/>
                  </a:prstGeom>
                  <a:ln w="38100"/>
                </p:spPr>
                <p:style>
                  <a:lnRef idx="2">
                    <a:schemeClr val="accent6"/>
                  </a:lnRef>
                  <a:fillRef idx="2">
                    <a:schemeClr val="accent6"/>
                  </a:fillRef>
                  <a:effectRef idx="0">
                    <a:srgbClr val="FFFFFF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" name="文本框 19"/>
                  <p:cNvSpPr txBox="1"/>
                  <p:nvPr/>
                </p:nvSpPr>
                <p:spPr>
                  <a:xfrm>
                    <a:off x="3599" y="4122"/>
                    <a:ext cx="7652" cy="225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:r>
                      <a:rPr lang="en-US" altLang="zh-CN" sz="3600">
                        <a:solidFill>
                          <a:srgbClr val="C0504D"/>
                        </a:solidFill>
                        <a:latin typeface="+mj-lt"/>
                        <a:cs typeface="+mj-lt"/>
                      </a:rPr>
                      <a:t>Hide Internal Implementation </a:t>
                    </a:r>
                    <a:r>
                      <a:rPr lang="en-US" altLang="zh-CN" sz="3600">
                        <a:solidFill>
                          <a:srgbClr val="C0504D"/>
                        </a:solidFill>
                        <a:latin typeface="+mj-lt"/>
                        <a:cs typeface="+mj-lt"/>
                      </a:rPr>
                      <a:t>Details</a:t>
                    </a:r>
                    <a:endParaRPr lang="en-US" altLang="zh-CN" sz="3600">
                      <a:solidFill>
                        <a:srgbClr val="C0504D"/>
                      </a:solidFill>
                      <a:latin typeface="+mj-lt"/>
                      <a:cs typeface="+mj-lt"/>
                    </a:endParaRPr>
                  </a:p>
                </p:txBody>
              </p:sp>
            </p:grpSp>
            <p:grpSp>
              <p:nvGrpSpPr>
                <p:cNvPr id="21" name="组合 20"/>
                <p:cNvGrpSpPr/>
                <p:nvPr/>
              </p:nvGrpSpPr>
              <p:grpSpPr>
                <a:xfrm>
                  <a:off x="8505" y="9099"/>
                  <a:ext cx="16210" cy="1597"/>
                  <a:chOff x="2520" y="3660"/>
                  <a:chExt cx="9040" cy="2884"/>
                </a:xfrm>
              </p:grpSpPr>
              <p:sp>
                <p:nvSpPr>
                  <p:cNvPr id="22" name="圆角矩形 21"/>
                  <p:cNvSpPr/>
                  <p:nvPr/>
                </p:nvSpPr>
                <p:spPr>
                  <a:xfrm>
                    <a:off x="2520" y="3660"/>
                    <a:ext cx="9040" cy="2884"/>
                  </a:xfrm>
                  <a:prstGeom prst="roundRect">
                    <a:avLst/>
                  </a:prstGeom>
                  <a:ln w="38100"/>
                </p:spPr>
                <p:style>
                  <a:lnRef idx="2">
                    <a:schemeClr val="accent6"/>
                  </a:lnRef>
                  <a:fillRef idx="2">
                    <a:schemeClr val="accent6"/>
                  </a:fillRef>
                  <a:effectRef idx="0">
                    <a:srgbClr val="FFFFFF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" name="文本框 22"/>
                  <p:cNvSpPr txBox="1"/>
                  <p:nvPr/>
                </p:nvSpPr>
                <p:spPr>
                  <a:xfrm>
                    <a:off x="3599" y="4039"/>
                    <a:ext cx="5583" cy="220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:r>
                      <a:rPr lang="en-US" altLang="zh-CN" sz="3600">
                        <a:solidFill>
                          <a:srgbClr val="4F80BD"/>
                        </a:solidFill>
                        <a:latin typeface="+mj-lt"/>
                        <a:cs typeface="+mj-lt"/>
                      </a:rPr>
                      <a:t>Reduced coupling</a:t>
                    </a:r>
                    <a:endParaRPr lang="en-US" altLang="zh-CN" sz="3600">
                      <a:solidFill>
                        <a:srgbClr val="4F80BD"/>
                      </a:solidFill>
                      <a:latin typeface="+mj-lt"/>
                      <a:cs typeface="+mj-lt"/>
                    </a:endParaRPr>
                  </a:p>
                </p:txBody>
              </p:sp>
            </p:grpSp>
            <p:sp>
              <p:nvSpPr>
                <p:cNvPr id="40" name="圆: 空心 4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3769" y="4922"/>
                  <a:ext cx="4341" cy="4341"/>
                </a:xfrm>
                <a:prstGeom prst="donut">
                  <a:avLst>
                    <a:gd name="adj" fmla="val 7833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indent="0" algn="ctr" fontAlgn="auto">
                    <a:lnSpc>
                      <a:spcPct val="130000"/>
                    </a:lnSpc>
                  </a:pPr>
                  <a:r>
                    <a:rPr lang="en-US" altLang="zh-CN" sz="3500" b="1">
                      <a:solidFill>
                        <a:schemeClr val="accent1"/>
                      </a:solidFill>
                    </a:rPr>
                    <a:t>Need </a:t>
                  </a:r>
                  <a:r>
                    <a:rPr lang="en-US" altLang="zh-CN" sz="3500" b="1">
                      <a:solidFill>
                        <a:schemeClr val="accent1"/>
                      </a:solidFill>
                    </a:rPr>
                    <a:t>to</a:t>
                  </a:r>
                  <a:endParaRPr lang="en-US" altLang="zh-CN" sz="3500" b="1">
                    <a:solidFill>
                      <a:schemeClr val="accent1"/>
                    </a:solidFill>
                  </a:endParaRPr>
                </a:p>
              </p:txBody>
            </p:sp>
          </p:grpSp>
          <p:sp>
            <p:nvSpPr>
              <p:cNvPr id="45" name="圆: 空心 26"/>
              <p:cNvSpPr/>
              <p:nvPr>
                <p:custDataLst>
                  <p:tags r:id="rId12"/>
                </p:custDataLst>
              </p:nvPr>
            </p:nvSpPr>
            <p:spPr>
              <a:xfrm>
                <a:off x="8661" y="9087"/>
                <a:ext cx="1587" cy="1634"/>
              </a:xfrm>
              <a:prstGeom prst="donut">
                <a:avLst>
                  <a:gd name="adj" fmla="val 8856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46" name="圆: 空心 9"/>
              <p:cNvSpPr/>
              <p:nvPr>
                <p:custDataLst>
                  <p:tags r:id="rId13"/>
                </p:custDataLst>
              </p:nvPr>
            </p:nvSpPr>
            <p:spPr>
              <a:xfrm>
                <a:off x="8661" y="6275"/>
                <a:ext cx="1587" cy="1634"/>
              </a:xfrm>
              <a:prstGeom prst="donut">
                <a:avLst>
                  <a:gd name="adj" fmla="val 8856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lt1"/>
                  </a:solidFill>
                </a:endParaRPr>
              </a:p>
            </p:txBody>
          </p:sp>
          <p:pic>
            <p:nvPicPr>
              <p:cNvPr id="47" name="图片 4" descr="343439383331313b343532303032303bb8f6c8cbd0c5cfa2"/>
              <p:cNvPicPr>
                <a:picLocks noChangeAspect="1"/>
              </p:cNvPicPr>
              <p:nvPr>
                <p:custDataLst>
                  <p:tags r:id="rId14"/>
                </p:custDataLst>
              </p:nvPr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9199" y="4026"/>
                <a:ext cx="510" cy="510"/>
              </a:xfrm>
              <a:prstGeom prst="rect">
                <a:avLst/>
              </a:prstGeom>
            </p:spPr>
          </p:pic>
          <p:sp>
            <p:nvSpPr>
              <p:cNvPr id="48" name="圆: 空心 12"/>
              <p:cNvSpPr/>
              <p:nvPr>
                <p:custDataLst>
                  <p:tags r:id="rId17"/>
                </p:custDataLst>
              </p:nvPr>
            </p:nvSpPr>
            <p:spPr>
              <a:xfrm>
                <a:off x="8661" y="3464"/>
                <a:ext cx="1587" cy="1634"/>
              </a:xfrm>
              <a:prstGeom prst="donut">
                <a:avLst>
                  <a:gd name="adj" fmla="val 8856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lt1"/>
                  </a:solidFill>
                </a:endParaRPr>
              </a:p>
            </p:txBody>
          </p:sp>
          <p:pic>
            <p:nvPicPr>
              <p:cNvPr id="49" name="图片 7" descr="343439383331313b343532303032333bc6f3d2b5bcf2bde9"/>
              <p:cNvPicPr>
                <a:picLocks noChangeAspect="1"/>
              </p:cNvPicPr>
              <p:nvPr>
                <p:custDataLst>
                  <p:tags r:id="rId18"/>
                </p:custDataLst>
              </p:nvPr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9217" y="6855"/>
                <a:ext cx="474" cy="474"/>
              </a:xfrm>
              <a:prstGeom prst="rect">
                <a:avLst/>
              </a:prstGeom>
            </p:spPr>
          </p:pic>
          <p:pic>
            <p:nvPicPr>
              <p:cNvPr id="51" name="图片 23" descr="343439383331313b343532303034303bcffacadbb9dcc0ed"/>
              <p:cNvPicPr>
                <a:picLocks noChangeAspect="1"/>
              </p:cNvPicPr>
              <p:nvPr>
                <p:custDataLst>
                  <p:tags r:id="rId21"/>
                </p:custDataLst>
              </p:nvPr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p:blipFill>
            <p:spPr>
              <a:xfrm>
                <a:off x="9217" y="9667"/>
                <a:ext cx="474" cy="474"/>
              </a:xfrm>
              <a:prstGeom prst="rect">
                <a:avLst/>
              </a:prstGeom>
            </p:spPr>
          </p:pic>
        </p:grpSp>
      </p:grpSp>
      <p:sp>
        <p:nvSpPr>
          <p:cNvPr id="53" name="任意多边形: 形状 102"/>
          <p:cNvSpPr/>
          <p:nvPr>
            <p:custDataLst>
              <p:tags r:id="rId24"/>
            </p:custDataLst>
          </p:nvPr>
        </p:nvSpPr>
        <p:spPr>
          <a:xfrm>
            <a:off x="4342130" y="5619433"/>
            <a:ext cx="10969200" cy="1850650"/>
          </a:xfrm>
          <a:custGeom>
            <a:avLst/>
            <a:gdLst>
              <a:gd name="connsiteX0" fmla="*/ 0 w 10969200"/>
              <a:gd name="connsiteY0" fmla="*/ 0 h 1850650"/>
              <a:gd name="connsiteX1" fmla="*/ 10969200 w 10969200"/>
              <a:gd name="connsiteY1" fmla="*/ 0 h 1850650"/>
              <a:gd name="connsiteX2" fmla="*/ 10969200 w 10969200"/>
              <a:gd name="connsiteY2" fmla="*/ 827641 h 1850650"/>
              <a:gd name="connsiteX3" fmla="*/ 10802207 w 10969200"/>
              <a:gd name="connsiteY3" fmla="*/ 906408 h 1850650"/>
              <a:gd name="connsiteX4" fmla="*/ 5484603 w 10969200"/>
              <a:gd name="connsiteY4" fmla="*/ 1850650 h 1850650"/>
              <a:gd name="connsiteX5" fmla="*/ 166996 w 10969200"/>
              <a:gd name="connsiteY5" fmla="*/ 906408 h 1850650"/>
              <a:gd name="connsiteX6" fmla="*/ 0 w 10969200"/>
              <a:gd name="connsiteY6" fmla="*/ 827639 h 185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69200" h="1850650">
                <a:moveTo>
                  <a:pt x="0" y="0"/>
                </a:moveTo>
                <a:lnTo>
                  <a:pt x="10969200" y="0"/>
                </a:lnTo>
                <a:lnTo>
                  <a:pt x="10969200" y="827641"/>
                </a:lnTo>
                <a:lnTo>
                  <a:pt x="10802207" y="906408"/>
                </a:lnTo>
                <a:cubicBezTo>
                  <a:pt x="9441313" y="1489809"/>
                  <a:pt x="7561256" y="1850650"/>
                  <a:pt x="5484603" y="1850650"/>
                </a:cubicBezTo>
                <a:cubicBezTo>
                  <a:pt x="3407948" y="1850650"/>
                  <a:pt x="1527891" y="1489809"/>
                  <a:pt x="166996" y="906408"/>
                </a:cubicBezTo>
                <a:lnTo>
                  <a:pt x="0" y="827639"/>
                </a:lnTo>
                <a:close/>
              </a:path>
            </a:pathLst>
          </a:custGeom>
          <a:noFill/>
          <a:ln w="15875">
            <a:gradFill flip="none" rotWithShape="1">
              <a:gsLst>
                <a:gs pos="0">
                  <a:schemeClr val="accent1">
                    <a:alpha val="40000"/>
                  </a:schemeClr>
                </a:gs>
                <a:gs pos="53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任意多边形: 形状 7"/>
          <p:cNvSpPr/>
          <p:nvPr>
            <p:custDataLst>
              <p:tags r:id="rId25"/>
            </p:custDataLst>
          </p:nvPr>
        </p:nvSpPr>
        <p:spPr>
          <a:xfrm>
            <a:off x="4342130" y="5848033"/>
            <a:ext cx="10969200" cy="1850650"/>
          </a:xfrm>
          <a:custGeom>
            <a:avLst/>
            <a:gdLst>
              <a:gd name="connsiteX0" fmla="*/ 0 w 10969200"/>
              <a:gd name="connsiteY0" fmla="*/ 0 h 1850650"/>
              <a:gd name="connsiteX1" fmla="*/ 10969200 w 10969200"/>
              <a:gd name="connsiteY1" fmla="*/ 0 h 1850650"/>
              <a:gd name="connsiteX2" fmla="*/ 10969200 w 10969200"/>
              <a:gd name="connsiteY2" fmla="*/ 827641 h 1850650"/>
              <a:gd name="connsiteX3" fmla="*/ 10802207 w 10969200"/>
              <a:gd name="connsiteY3" fmla="*/ 906408 h 1850650"/>
              <a:gd name="connsiteX4" fmla="*/ 5484603 w 10969200"/>
              <a:gd name="connsiteY4" fmla="*/ 1850650 h 1850650"/>
              <a:gd name="connsiteX5" fmla="*/ 166996 w 10969200"/>
              <a:gd name="connsiteY5" fmla="*/ 906408 h 1850650"/>
              <a:gd name="connsiteX6" fmla="*/ 0 w 10969200"/>
              <a:gd name="connsiteY6" fmla="*/ 827639 h 185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69200" h="1850650">
                <a:moveTo>
                  <a:pt x="0" y="0"/>
                </a:moveTo>
                <a:lnTo>
                  <a:pt x="10969200" y="0"/>
                </a:lnTo>
                <a:lnTo>
                  <a:pt x="10969200" y="827641"/>
                </a:lnTo>
                <a:lnTo>
                  <a:pt x="10802207" y="906408"/>
                </a:lnTo>
                <a:cubicBezTo>
                  <a:pt x="9441313" y="1489809"/>
                  <a:pt x="7561256" y="1850650"/>
                  <a:pt x="5484603" y="1850650"/>
                </a:cubicBezTo>
                <a:cubicBezTo>
                  <a:pt x="3407948" y="1850650"/>
                  <a:pt x="1527891" y="1489809"/>
                  <a:pt x="166996" y="906408"/>
                </a:cubicBezTo>
                <a:lnTo>
                  <a:pt x="0" y="827639"/>
                </a:lnTo>
                <a:close/>
              </a:path>
            </a:pathLst>
          </a:custGeom>
          <a:noFill/>
          <a:ln>
            <a:gradFill flip="none" rotWithShape="1">
              <a:gsLst>
                <a:gs pos="0">
                  <a:schemeClr val="accent1">
                    <a:alpha val="100000"/>
                  </a:schemeClr>
                </a:gs>
                <a:gs pos="53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" name="矩形 2"/>
          <p:cNvSpPr/>
          <p:nvPr>
            <p:custDataLst>
              <p:tags r:id="rId26"/>
            </p:custDataLst>
          </p:nvPr>
        </p:nvSpPr>
        <p:spPr>
          <a:xfrm>
            <a:off x="5904865" y="7017068"/>
            <a:ext cx="559435" cy="559435"/>
          </a:xfrm>
          <a:prstGeom prst="ellipse">
            <a:avLst/>
          </a:prstGeom>
          <a:gradFill flip="none" rotWithShape="1">
            <a:gsLst>
              <a:gs pos="75000">
                <a:schemeClr val="accent1">
                  <a:alpha val="100000"/>
                </a:schemeClr>
              </a:gs>
              <a:gs pos="0">
                <a:schemeClr val="accent1">
                  <a:lumMod val="60000"/>
                  <a:lumOff val="40000"/>
                  <a:alpha val="10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016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 panose="020B0500000000000000" charset="-122"/>
              <a:cs typeface="+mn-cs"/>
            </a:endParaRPr>
          </a:p>
        </p:txBody>
      </p:sp>
      <p:sp>
        <p:nvSpPr>
          <p:cNvPr id="57" name="椭圆 56"/>
          <p:cNvSpPr/>
          <p:nvPr>
            <p:custDataLst>
              <p:tags r:id="rId27"/>
            </p:custDataLst>
          </p:nvPr>
        </p:nvSpPr>
        <p:spPr>
          <a:xfrm>
            <a:off x="5855335" y="6967538"/>
            <a:ext cx="657860" cy="657860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>
                    <a:alpha val="100000"/>
                  </a:schemeClr>
                </a:gs>
                <a:gs pos="86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8" name="Oval 11+"/>
          <p:cNvSpPr/>
          <p:nvPr>
            <p:custDataLst>
              <p:tags r:id="rId28"/>
            </p:custDataLst>
          </p:nvPr>
        </p:nvSpPr>
        <p:spPr>
          <a:xfrm>
            <a:off x="5790565" y="6902768"/>
            <a:ext cx="787400" cy="787400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>
                    <a:alpha val="100000"/>
                  </a:schemeClr>
                </a:gs>
                <a:gs pos="86000">
                  <a:schemeClr val="accent1">
                    <a:alpha val="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0" name="矩形 59"/>
          <p:cNvSpPr/>
          <p:nvPr>
            <p:custDataLst>
              <p:tags r:id="rId29"/>
            </p:custDataLst>
          </p:nvPr>
        </p:nvSpPr>
        <p:spPr>
          <a:xfrm>
            <a:off x="5181600" y="8115300"/>
            <a:ext cx="2001520" cy="7340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36000">
                      <a:schemeClr val="accent1">
                        <a:alpha val="100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100000"/>
                      </a:schemeClr>
                    </a:gs>
                  </a:gsLst>
                  <a:lin ang="5400000" scaled="1"/>
                  <a:tileRect/>
                </a:gradFill>
                <a:latin typeface="+mn-ea"/>
                <a:cs typeface="+mn-ea"/>
              </a:rPr>
              <a:t>Improve code maintainability</a:t>
            </a:r>
            <a:endParaRPr lang="zh-CN" altLang="en-US" sz="2000" b="1">
              <a:gradFill flip="none" rotWithShape="1">
                <a:gsLst>
                  <a:gs pos="36000">
                    <a:schemeClr val="accent1">
                      <a:alpha val="100000"/>
                    </a:schemeClr>
                  </a:gs>
                  <a:gs pos="100000">
                    <a:schemeClr val="accent1">
                      <a:lumMod val="60000"/>
                      <a:lumOff val="40000"/>
                      <a:alpha val="100000"/>
                    </a:schemeClr>
                  </a:gs>
                </a:gsLst>
                <a:lin ang="5400000" scaled="1"/>
                <a:tileRect/>
              </a:gradFill>
              <a:latin typeface="+mn-ea"/>
              <a:cs typeface="+mn-ea"/>
            </a:endParaRPr>
          </a:p>
        </p:txBody>
      </p:sp>
      <p:cxnSp>
        <p:nvCxnSpPr>
          <p:cNvPr id="63" name="直接连接符 62"/>
          <p:cNvCxnSpPr/>
          <p:nvPr>
            <p:custDataLst>
              <p:tags r:id="rId30"/>
            </p:custDataLst>
          </p:nvPr>
        </p:nvCxnSpPr>
        <p:spPr>
          <a:xfrm>
            <a:off x="6184265" y="7690803"/>
            <a:ext cx="0" cy="538480"/>
          </a:xfrm>
          <a:prstGeom prst="line">
            <a:avLst/>
          </a:prstGeom>
          <a:ln w="15875">
            <a:gradFill>
              <a:gsLst>
                <a:gs pos="0">
                  <a:schemeClr val="accent1">
                    <a:alpha val="10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2"/>
          <p:cNvSpPr/>
          <p:nvPr>
            <p:custDataLst>
              <p:tags r:id="rId31"/>
            </p:custDataLst>
          </p:nvPr>
        </p:nvSpPr>
        <p:spPr>
          <a:xfrm>
            <a:off x="8335010" y="7417753"/>
            <a:ext cx="559435" cy="559435"/>
          </a:xfrm>
          <a:prstGeom prst="ellipse">
            <a:avLst/>
          </a:prstGeom>
          <a:gradFill flip="none" rotWithShape="1">
            <a:gsLst>
              <a:gs pos="75000">
                <a:schemeClr val="accent2">
                  <a:alpha val="100000"/>
                </a:schemeClr>
              </a:gs>
              <a:gs pos="0">
                <a:schemeClr val="accent2">
                  <a:lumMod val="60000"/>
                  <a:lumOff val="40000"/>
                  <a:alpha val="10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01600" sx="102000" sy="102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 panose="020B0500000000000000" charset="-122"/>
              <a:cs typeface="+mn-cs"/>
            </a:endParaRPr>
          </a:p>
        </p:txBody>
      </p:sp>
      <p:sp>
        <p:nvSpPr>
          <p:cNvPr id="66" name="椭圆 65"/>
          <p:cNvSpPr/>
          <p:nvPr>
            <p:custDataLst>
              <p:tags r:id="rId32"/>
            </p:custDataLst>
          </p:nvPr>
        </p:nvSpPr>
        <p:spPr>
          <a:xfrm>
            <a:off x="8285480" y="7368223"/>
            <a:ext cx="657860" cy="657860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2">
                    <a:alpha val="100000"/>
                  </a:schemeClr>
                </a:gs>
                <a:gs pos="86000">
                  <a:schemeClr val="accent2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7" name="Oval 11+"/>
          <p:cNvSpPr/>
          <p:nvPr>
            <p:custDataLst>
              <p:tags r:id="rId33"/>
            </p:custDataLst>
          </p:nvPr>
        </p:nvSpPr>
        <p:spPr>
          <a:xfrm>
            <a:off x="8220710" y="7303453"/>
            <a:ext cx="787400" cy="787400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2">
                    <a:alpha val="100000"/>
                  </a:schemeClr>
                </a:gs>
                <a:gs pos="86000">
                  <a:schemeClr val="accent2">
                    <a:alpha val="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3" name="矩形 72"/>
          <p:cNvSpPr/>
          <p:nvPr>
            <p:custDataLst>
              <p:tags r:id="rId34"/>
            </p:custDataLst>
          </p:nvPr>
        </p:nvSpPr>
        <p:spPr>
          <a:xfrm>
            <a:off x="7620000" y="8601075"/>
            <a:ext cx="1930400" cy="61404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36000">
                      <a:schemeClr val="accent2">
                        <a:alpha val="100000"/>
                      </a:schemeClr>
                    </a:gs>
                    <a:gs pos="100000">
                      <a:schemeClr val="accent2">
                        <a:lumMod val="60000"/>
                        <a:lumOff val="40000"/>
                        <a:alpha val="100000"/>
                      </a:schemeClr>
                    </a:gs>
                  </a:gsLst>
                  <a:lin ang="5400000" scaled="1"/>
                  <a:tileRect/>
                </a:gradFill>
                <a:latin typeface="+mn-ea"/>
                <a:cs typeface="+mn-ea"/>
              </a:rPr>
              <a:t>Improve code reusability</a:t>
            </a:r>
            <a:endParaRPr lang="zh-CN" altLang="en-US" sz="2000" b="1">
              <a:gradFill flip="none" rotWithShape="1">
                <a:gsLst>
                  <a:gs pos="36000">
                    <a:schemeClr val="accent2">
                      <a:alpha val="100000"/>
                    </a:schemeClr>
                  </a:gs>
                  <a:gs pos="100000">
                    <a:schemeClr val="accent2">
                      <a:lumMod val="60000"/>
                      <a:lumOff val="40000"/>
                      <a:alpha val="100000"/>
                    </a:schemeClr>
                  </a:gs>
                </a:gsLst>
                <a:lin ang="5400000" scaled="1"/>
                <a:tileRect/>
              </a:gradFill>
              <a:latin typeface="+mn-ea"/>
              <a:cs typeface="+mn-ea"/>
            </a:endParaRPr>
          </a:p>
        </p:txBody>
      </p:sp>
      <p:cxnSp>
        <p:nvCxnSpPr>
          <p:cNvPr id="74" name="直接连接符 73"/>
          <p:cNvCxnSpPr/>
          <p:nvPr>
            <p:custDataLst>
              <p:tags r:id="rId35"/>
            </p:custDataLst>
          </p:nvPr>
        </p:nvCxnSpPr>
        <p:spPr>
          <a:xfrm>
            <a:off x="8614410" y="8090853"/>
            <a:ext cx="0" cy="538480"/>
          </a:xfrm>
          <a:prstGeom prst="line">
            <a:avLst/>
          </a:prstGeom>
          <a:ln w="15875">
            <a:gradFill>
              <a:gsLst>
                <a:gs pos="0">
                  <a:schemeClr val="accent2">
                    <a:alpha val="10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2"/>
          <p:cNvSpPr/>
          <p:nvPr>
            <p:custDataLst>
              <p:tags r:id="rId36"/>
            </p:custDataLst>
          </p:nvPr>
        </p:nvSpPr>
        <p:spPr>
          <a:xfrm>
            <a:off x="10765155" y="7417753"/>
            <a:ext cx="559435" cy="559435"/>
          </a:xfrm>
          <a:prstGeom prst="ellipse">
            <a:avLst/>
          </a:prstGeom>
          <a:gradFill flip="none" rotWithShape="1">
            <a:gsLst>
              <a:gs pos="75000">
                <a:schemeClr val="accent1">
                  <a:alpha val="100000"/>
                </a:schemeClr>
              </a:gs>
              <a:gs pos="0">
                <a:schemeClr val="accent1">
                  <a:lumMod val="60000"/>
                  <a:lumOff val="40000"/>
                  <a:alpha val="10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016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 panose="020B0500000000000000" charset="-122"/>
              <a:cs typeface="+mn-cs"/>
            </a:endParaRPr>
          </a:p>
        </p:txBody>
      </p:sp>
      <p:sp>
        <p:nvSpPr>
          <p:cNvPr id="77" name="椭圆 76"/>
          <p:cNvSpPr/>
          <p:nvPr>
            <p:custDataLst>
              <p:tags r:id="rId37"/>
            </p:custDataLst>
          </p:nvPr>
        </p:nvSpPr>
        <p:spPr>
          <a:xfrm>
            <a:off x="10715625" y="7368223"/>
            <a:ext cx="657860" cy="657860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>
                    <a:alpha val="100000"/>
                  </a:schemeClr>
                </a:gs>
                <a:gs pos="86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8" name="Oval 11+"/>
          <p:cNvSpPr/>
          <p:nvPr>
            <p:custDataLst>
              <p:tags r:id="rId38"/>
            </p:custDataLst>
          </p:nvPr>
        </p:nvSpPr>
        <p:spPr>
          <a:xfrm>
            <a:off x="10650855" y="7303453"/>
            <a:ext cx="787400" cy="787400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>
                    <a:alpha val="100000"/>
                  </a:schemeClr>
                </a:gs>
                <a:gs pos="86000">
                  <a:schemeClr val="accent1">
                    <a:alpha val="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80" name="矩形 79"/>
          <p:cNvSpPr/>
          <p:nvPr>
            <p:custDataLst>
              <p:tags r:id="rId39"/>
            </p:custDataLst>
          </p:nvPr>
        </p:nvSpPr>
        <p:spPr>
          <a:xfrm>
            <a:off x="10292080" y="8608695"/>
            <a:ext cx="1506220" cy="6985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36000">
                      <a:schemeClr val="accent1">
                        <a:alpha val="100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100000"/>
                      </a:schemeClr>
                    </a:gs>
                  </a:gsLst>
                  <a:lin ang="5400000" scaled="1"/>
                  <a:tileRect/>
                </a:gradFill>
                <a:latin typeface="+mn-ea"/>
                <a:cs typeface="+mn-ea"/>
              </a:rPr>
              <a:t>Enhance scalability</a:t>
            </a:r>
            <a:endParaRPr lang="zh-CN" altLang="en-US" sz="2000" b="1">
              <a:gradFill flip="none" rotWithShape="1">
                <a:gsLst>
                  <a:gs pos="36000">
                    <a:schemeClr val="accent1">
                      <a:alpha val="100000"/>
                    </a:schemeClr>
                  </a:gs>
                  <a:gs pos="100000">
                    <a:schemeClr val="accent1">
                      <a:lumMod val="60000"/>
                      <a:lumOff val="40000"/>
                      <a:alpha val="100000"/>
                    </a:schemeClr>
                  </a:gs>
                </a:gsLst>
                <a:lin ang="5400000" scaled="1"/>
                <a:tileRect/>
              </a:gradFill>
              <a:latin typeface="+mn-ea"/>
              <a:cs typeface="+mn-ea"/>
            </a:endParaRPr>
          </a:p>
        </p:txBody>
      </p:sp>
      <p:cxnSp>
        <p:nvCxnSpPr>
          <p:cNvPr id="81" name="直接连接符 80"/>
          <p:cNvCxnSpPr/>
          <p:nvPr>
            <p:custDataLst>
              <p:tags r:id="rId40"/>
            </p:custDataLst>
          </p:nvPr>
        </p:nvCxnSpPr>
        <p:spPr>
          <a:xfrm>
            <a:off x="11045190" y="8090853"/>
            <a:ext cx="0" cy="538480"/>
          </a:xfrm>
          <a:prstGeom prst="line">
            <a:avLst/>
          </a:prstGeom>
          <a:ln w="15875">
            <a:gradFill>
              <a:gsLst>
                <a:gs pos="0">
                  <a:schemeClr val="accent1">
                    <a:alpha val="10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矩形 2"/>
          <p:cNvSpPr/>
          <p:nvPr>
            <p:custDataLst>
              <p:tags r:id="rId41"/>
            </p:custDataLst>
          </p:nvPr>
        </p:nvSpPr>
        <p:spPr>
          <a:xfrm>
            <a:off x="13195300" y="7017068"/>
            <a:ext cx="559435" cy="559435"/>
          </a:xfrm>
          <a:prstGeom prst="ellipse">
            <a:avLst/>
          </a:prstGeom>
          <a:gradFill flip="none" rotWithShape="1">
            <a:gsLst>
              <a:gs pos="75000">
                <a:schemeClr val="accent2">
                  <a:alpha val="100000"/>
                </a:schemeClr>
              </a:gs>
              <a:gs pos="0">
                <a:schemeClr val="accent2">
                  <a:lumMod val="60000"/>
                  <a:lumOff val="40000"/>
                  <a:alpha val="10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01600" sx="102000" sy="102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 panose="020B0500000000000000" charset="-122"/>
              <a:cs typeface="+mn-cs"/>
            </a:endParaRPr>
          </a:p>
        </p:txBody>
      </p:sp>
      <p:sp>
        <p:nvSpPr>
          <p:cNvPr id="83" name="椭圆 82"/>
          <p:cNvSpPr/>
          <p:nvPr>
            <p:custDataLst>
              <p:tags r:id="rId42"/>
            </p:custDataLst>
          </p:nvPr>
        </p:nvSpPr>
        <p:spPr>
          <a:xfrm>
            <a:off x="13145770" y="6967538"/>
            <a:ext cx="657860" cy="657860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2">
                    <a:alpha val="100000"/>
                  </a:schemeClr>
                </a:gs>
                <a:gs pos="86000">
                  <a:schemeClr val="accent2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84" name="Oval 11+"/>
          <p:cNvSpPr/>
          <p:nvPr>
            <p:custDataLst>
              <p:tags r:id="rId43"/>
            </p:custDataLst>
          </p:nvPr>
        </p:nvSpPr>
        <p:spPr>
          <a:xfrm>
            <a:off x="13081635" y="6902768"/>
            <a:ext cx="787400" cy="787400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2">
                    <a:alpha val="100000"/>
                  </a:schemeClr>
                </a:gs>
                <a:gs pos="86000">
                  <a:schemeClr val="accent2">
                    <a:alpha val="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86" name="矩形 85"/>
          <p:cNvSpPr/>
          <p:nvPr>
            <p:custDataLst>
              <p:tags r:id="rId44"/>
            </p:custDataLst>
          </p:nvPr>
        </p:nvSpPr>
        <p:spPr>
          <a:xfrm>
            <a:off x="12573000" y="8081645"/>
            <a:ext cx="1962785" cy="98107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36000">
                      <a:schemeClr val="accent2">
                        <a:alpha val="100000"/>
                      </a:schemeClr>
                    </a:gs>
                    <a:gs pos="100000">
                      <a:schemeClr val="accent2">
                        <a:lumMod val="60000"/>
                        <a:lumOff val="40000"/>
                        <a:alpha val="100000"/>
                      </a:schemeClr>
                    </a:gs>
                  </a:gsLst>
                  <a:lin ang="5400000" scaled="1"/>
                  <a:tileRect/>
                </a:gradFill>
                <a:latin typeface="+mn-ea"/>
                <a:cs typeface="+mn-ea"/>
              </a:rPr>
              <a:t>Reduce coupling and improve modularity</a:t>
            </a:r>
            <a:endParaRPr lang="zh-CN" altLang="en-US" sz="2000" b="1">
              <a:gradFill flip="none" rotWithShape="1">
                <a:gsLst>
                  <a:gs pos="36000">
                    <a:schemeClr val="accent2">
                      <a:alpha val="100000"/>
                    </a:schemeClr>
                  </a:gs>
                  <a:gs pos="100000">
                    <a:schemeClr val="accent2">
                      <a:lumMod val="60000"/>
                      <a:lumOff val="40000"/>
                      <a:alpha val="100000"/>
                    </a:schemeClr>
                  </a:gs>
                </a:gsLst>
                <a:lin ang="5400000" scaled="1"/>
                <a:tileRect/>
              </a:gradFill>
              <a:latin typeface="+mn-ea"/>
              <a:cs typeface="+mn-ea"/>
            </a:endParaRPr>
          </a:p>
        </p:txBody>
      </p:sp>
      <p:cxnSp>
        <p:nvCxnSpPr>
          <p:cNvPr id="87" name="直接连接符 86"/>
          <p:cNvCxnSpPr/>
          <p:nvPr>
            <p:custDataLst>
              <p:tags r:id="rId45"/>
            </p:custDataLst>
          </p:nvPr>
        </p:nvCxnSpPr>
        <p:spPr>
          <a:xfrm>
            <a:off x="13475335" y="7690803"/>
            <a:ext cx="0" cy="538480"/>
          </a:xfrm>
          <a:prstGeom prst="line">
            <a:avLst/>
          </a:prstGeom>
          <a:ln w="15875">
            <a:gradFill>
              <a:gsLst>
                <a:gs pos="0">
                  <a:schemeClr val="accent2">
                    <a:alpha val="10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任意多边形: 形状 114"/>
          <p:cNvSpPr/>
          <p:nvPr>
            <p:custDataLst>
              <p:tags r:id="rId46"/>
            </p:custDataLst>
          </p:nvPr>
        </p:nvSpPr>
        <p:spPr>
          <a:xfrm>
            <a:off x="4342130" y="5848033"/>
            <a:ext cx="10969200" cy="1163208"/>
          </a:xfrm>
          <a:custGeom>
            <a:avLst/>
            <a:gdLst>
              <a:gd name="connsiteX0" fmla="*/ 0 w 10969200"/>
              <a:gd name="connsiteY0" fmla="*/ 0 h 1163208"/>
              <a:gd name="connsiteX1" fmla="*/ 101222 w 10969200"/>
              <a:gd name="connsiteY1" fmla="*/ 47044 h 1163208"/>
              <a:gd name="connsiteX2" fmla="*/ 5497991 w 10969200"/>
              <a:gd name="connsiteY2" fmla="*/ 991286 h 1163208"/>
              <a:gd name="connsiteX3" fmla="*/ 10894757 w 10969200"/>
              <a:gd name="connsiteY3" fmla="*/ 47044 h 1163208"/>
              <a:gd name="connsiteX4" fmla="*/ 10969200 w 10969200"/>
              <a:gd name="connsiteY4" fmla="*/ 12446 h 1163208"/>
              <a:gd name="connsiteX5" fmla="*/ 10969200 w 10969200"/>
              <a:gd name="connsiteY5" fmla="*/ 140199 h 1163208"/>
              <a:gd name="connsiteX6" fmla="*/ 10802207 w 10969200"/>
              <a:gd name="connsiteY6" fmla="*/ 218966 h 1163208"/>
              <a:gd name="connsiteX7" fmla="*/ 5484603 w 10969200"/>
              <a:gd name="connsiteY7" fmla="*/ 1163208 h 1163208"/>
              <a:gd name="connsiteX8" fmla="*/ 166996 w 10969200"/>
              <a:gd name="connsiteY8" fmla="*/ 218966 h 1163208"/>
              <a:gd name="connsiteX9" fmla="*/ 0 w 10969200"/>
              <a:gd name="connsiteY9" fmla="*/ 140197 h 1163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969200" h="1163208">
                <a:moveTo>
                  <a:pt x="0" y="0"/>
                </a:moveTo>
                <a:lnTo>
                  <a:pt x="101222" y="47044"/>
                </a:lnTo>
                <a:cubicBezTo>
                  <a:pt x="1482377" y="630445"/>
                  <a:pt x="3390422" y="991286"/>
                  <a:pt x="5497991" y="991286"/>
                </a:cubicBezTo>
                <a:cubicBezTo>
                  <a:pt x="7605559" y="991286"/>
                  <a:pt x="9513604" y="630445"/>
                  <a:pt x="10894757" y="47044"/>
                </a:cubicBezTo>
                <a:lnTo>
                  <a:pt x="10969200" y="12446"/>
                </a:lnTo>
                <a:lnTo>
                  <a:pt x="10969200" y="140199"/>
                </a:lnTo>
                <a:lnTo>
                  <a:pt x="10802207" y="218966"/>
                </a:lnTo>
                <a:cubicBezTo>
                  <a:pt x="9441313" y="802367"/>
                  <a:pt x="7561256" y="1163208"/>
                  <a:pt x="5484603" y="1163208"/>
                </a:cubicBezTo>
                <a:cubicBezTo>
                  <a:pt x="3407948" y="1163208"/>
                  <a:pt x="1527891" y="802367"/>
                  <a:pt x="166996" y="218966"/>
                </a:cubicBezTo>
                <a:lnTo>
                  <a:pt x="0" y="140197"/>
                </a:lnTo>
                <a:close/>
              </a:path>
            </a:pathLst>
          </a:custGeom>
          <a:gradFill flip="none" rotWithShape="1">
            <a:gsLst>
              <a:gs pos="90000">
                <a:schemeClr val="accent1">
                  <a:alpha val="0"/>
                </a:schemeClr>
              </a:gs>
              <a:gs pos="50000">
                <a:schemeClr val="accent1">
                  <a:alpha val="18000"/>
                </a:schemeClr>
              </a:gs>
              <a:gs pos="1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9" name="图形 15" descr="343538343130363b343538383237363bb6feceacc2eb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6040755" y="7152958"/>
            <a:ext cx="288000" cy="288000"/>
          </a:xfrm>
          <a:prstGeom prst="rect">
            <a:avLst/>
          </a:prstGeom>
          <a:effectLst>
            <a:outerShdw blurRad="88900" dist="25400" dir="2700000" algn="tl" rotWithShape="0">
              <a:schemeClr val="accent1">
                <a:alpha val="30000"/>
              </a:schemeClr>
            </a:outerShdw>
          </a:effectLst>
        </p:spPr>
      </p:pic>
      <p:pic>
        <p:nvPicPr>
          <p:cNvPr id="90" name="图形 17" descr="343538343130363b343538383334313bb1fdd7b4cdbc"/>
          <p:cNvPicPr>
            <a:picLocks noChangeAspect="1"/>
          </p:cNvPicPr>
          <p:nvPr>
            <p:custDataLst>
              <p:tags r:id="rId50"/>
            </p:custDataLst>
          </p:nvPr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8470900" y="7553643"/>
            <a:ext cx="288000" cy="288000"/>
          </a:xfrm>
          <a:prstGeom prst="rect">
            <a:avLst/>
          </a:prstGeom>
          <a:effectLst>
            <a:outerShdw blurRad="88900" dist="25400" dir="2700000" algn="tl" rotWithShape="0">
              <a:schemeClr val="accent2">
                <a:alpha val="30000"/>
              </a:schemeClr>
            </a:outerShdw>
          </a:effectLst>
        </p:spPr>
      </p:pic>
      <p:pic>
        <p:nvPicPr>
          <p:cNvPr id="91" name="图形 18" descr="343538343130363b343538383330313bcad7d2b3"/>
          <p:cNvPicPr>
            <a:picLocks noChangeAspect="1"/>
          </p:cNvPicPr>
          <p:nvPr>
            <p:custDataLst>
              <p:tags r:id="rId53"/>
            </p:custDataLst>
          </p:nvPr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10901045" y="7553643"/>
            <a:ext cx="288000" cy="288000"/>
          </a:xfrm>
          <a:prstGeom prst="rect">
            <a:avLst/>
          </a:prstGeom>
          <a:effectLst>
            <a:outerShdw blurRad="88900" dist="25400" dir="2700000" algn="tl" rotWithShape="0">
              <a:schemeClr val="accent1">
                <a:alpha val="30000"/>
              </a:schemeClr>
            </a:outerShdw>
          </a:effectLst>
        </p:spPr>
      </p:pic>
      <p:pic>
        <p:nvPicPr>
          <p:cNvPr id="92" name="图形 21" descr="343538343130363b343538383331323bcdb6d3b0d2c7"/>
          <p:cNvPicPr>
            <a:picLocks noChangeAspect="1"/>
          </p:cNvPicPr>
          <p:nvPr>
            <p:custDataLst>
              <p:tags r:id="rId56"/>
            </p:custDataLst>
          </p:nvPr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13331190" y="7152958"/>
            <a:ext cx="288000" cy="288000"/>
          </a:xfrm>
          <a:prstGeom prst="rect">
            <a:avLst/>
          </a:prstGeom>
          <a:effectLst>
            <a:outerShdw blurRad="88900" dist="25400" dir="2700000" algn="tl" rotWithShape="0">
              <a:schemeClr val="accent2">
                <a:alpha val="30000"/>
              </a:schemeClr>
            </a:outerShdw>
          </a:effectLst>
        </p:spPr>
      </p:pic>
    </p:spTree>
    <p:custDataLst>
      <p:tags r:id="rId59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2"/>
  <p:tag name="KSO_WM_UNIT_ID" val="diagram20233261_1*n_h_h_i*1_2_2_2"/>
  <p:tag name="KSO_WM_TEMPLATE_CATEGORY" val="diagram"/>
  <p:tag name="KSO_WM_TEMPLATE_INDEX" val="20233261"/>
  <p:tag name="KSO_WM_UNIT_LAYERLEVEL" val="1_1_1_1"/>
  <p:tag name="KSO_WM_TAG_VERSION" val="3.0"/>
  <p:tag name="KSO_WM_BEAUTIFY_FLAG" val="#wm#"/>
  <p:tag name="KSO_WM_DIAGRAM_MAX_ITEMCNT" val="3"/>
  <p:tag name="KSO_WM_DIAGRAM_MIN_ITEMCNT" val="3"/>
  <p:tag name="KSO_WM_DIAGRAM_VIRTUALLY_FRAME" val="{&quot;height&quot;:388.34818897637797,&quot;left&quot;:188.45,&quot;top&quot;:220.45,&quot;width&quot;:837.8186614173228}"/>
  <p:tag name="KSO_WM_DIAGRAM_COLOR_MATCH_VALUE" val="{&quot;shape&quot;:{&quot;fill&quot;:{&quot;solid&quot;:{&quot;brightness&quot;:0,&quot;colorType&quot;:1,&quot;foreColorIndex&quot;:5,&quot;transparency&quot;:0.7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2"/>
  <p:tag name="KSO_WM_UNIT_ID" val="diagram20233261_1*n_h_h_i*1_2_1_2"/>
  <p:tag name="KSO_WM_TEMPLATE_CATEGORY" val="diagram"/>
  <p:tag name="KSO_WM_TEMPLATE_INDEX" val="20233261"/>
  <p:tag name="KSO_WM_UNIT_LAYERLEVEL" val="1_1_1_1"/>
  <p:tag name="KSO_WM_TAG_VERSION" val="3.0"/>
  <p:tag name="KSO_WM_BEAUTIFY_FLAG" val="#wm#"/>
  <p:tag name="KSO_WM_DIAGRAM_MAX_ITEMCNT" val="3"/>
  <p:tag name="KSO_WM_DIAGRAM_MIN_ITEMCNT" val="3"/>
  <p:tag name="KSO_WM_DIAGRAM_VIRTUALLY_FRAME" val="{&quot;height&quot;:388.34818897637797,&quot;left&quot;:188.45,&quot;top&quot;:220.45,&quot;width&quot;:837.8186614173228}"/>
  <p:tag name="KSO_WM_DIAGRAM_COLOR_MATCH_VALUE" val="{&quot;shape&quot;:{&quot;fill&quot;:{&quot;solid&quot;:{&quot;brightness&quot;:0,&quot;colorType&quot;:1,&quot;foreColorIndex&quot;:5,&quot;transparency&quot;:0.7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a"/>
  <p:tag name="KSO_WM_UNIT_INDEX" val="1_1_1"/>
  <p:tag name="KSO_WM_UNIT_ID" val="diagram20233261_1*n_h_a*1_1_1"/>
  <p:tag name="KSO_WM_TEMPLATE_CATEGORY" val="diagram"/>
  <p:tag name="KSO_WM_TEMPLATE_INDEX" val="20233261"/>
  <p:tag name="KSO_WM_UNIT_LAYERLEVEL" val="1_1_1"/>
  <p:tag name="KSO_WM_TAG_VERSION" val="3.0"/>
  <p:tag name="KSO_WM_BEAUTIFY_FLAG" val="#wm#"/>
  <p:tag name="KSO_WM_DIAGRAM_MAX_ITEMCNT" val="3"/>
  <p:tag name="KSO_WM_DIAGRAM_MIN_ITEMCNT" val="3"/>
  <p:tag name="KSO_WM_DIAGRAM_VIRTUALLY_FRAME" val="{&quot;height&quot;:388.34818897637797,&quot;left&quot;:188.45,&quot;top&quot;:220.45,&quot;width&quot;:837.818661417322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NOCLEAR" val="0"/>
  <p:tag name="KSO_WM_UNIT_PRESET_TEXT" val="单击此处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VALUE" val="40"/>
  <p:tag name="KSO_WM_DIAGRAM_USE_COLOR_VALUE" val="{&quot;color_scheme&quot;:1,&quot;color_type&quot;:1,&quot;theme_color_indexes&quot;:[5,6,5,6,5,6]}"/>
</p:tagLst>
</file>

<file path=ppt/tags/tag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3_1"/>
  <p:tag name="KSO_WM_UNIT_ID" val="diagram20233261_1*n_h_h_i*1_2_3_1"/>
  <p:tag name="KSO_WM_TEMPLATE_CATEGORY" val="diagram"/>
  <p:tag name="KSO_WM_TEMPLATE_INDEX" val="20233261"/>
  <p:tag name="KSO_WM_UNIT_LAYERLEVEL" val="1_1_1_1"/>
  <p:tag name="KSO_WM_TAG_VERSION" val="3.0"/>
  <p:tag name="KSO_WM_BEAUTIFY_FLAG" val="#wm#"/>
  <p:tag name="KSO_WM_DIAGRAM_MAX_ITEMCNT" val="3"/>
  <p:tag name="KSO_WM_DIAGRAM_MIN_ITEMCNT" val="3"/>
  <p:tag name="KSO_WM_DIAGRAM_VIRTUALLY_FRAME" val="{&quot;height&quot;:388.34818897637797,&quot;left&quot;:188.45,&quot;top&quot;:220.45,&quot;width&quot;:837.818661417322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1"/>
  <p:tag name="KSO_WM_UNIT_ID" val="diagram20233261_1*n_h_h_i*1_2_2_1"/>
  <p:tag name="KSO_WM_TEMPLATE_CATEGORY" val="diagram"/>
  <p:tag name="KSO_WM_TEMPLATE_INDEX" val="20233261"/>
  <p:tag name="KSO_WM_UNIT_LAYERLEVEL" val="1_1_1_1"/>
  <p:tag name="KSO_WM_TAG_VERSION" val="3.0"/>
  <p:tag name="KSO_WM_BEAUTIFY_FLAG" val="#wm#"/>
  <p:tag name="KSO_WM_DIAGRAM_MAX_ITEMCNT" val="3"/>
  <p:tag name="KSO_WM_DIAGRAM_MIN_ITEMCNT" val="3"/>
  <p:tag name="KSO_WM_DIAGRAM_VIRTUALLY_FRAME" val="{&quot;height&quot;:388.34818897637797,&quot;left&quot;:188.45,&quot;top&quot;:220.45,&quot;width&quot;:837.818661417322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84*81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x"/>
  <p:tag name="KSO_WM_UNIT_INDEX" val="1_2_1_1"/>
  <p:tag name="KSO_WM_UNIT_ID" val="diagram20233261_1*n_h_h_x*1_2_1_1"/>
  <p:tag name="KSO_WM_TEMPLATE_CATEGORY" val="diagram"/>
  <p:tag name="KSO_WM_TEMPLATE_INDEX" val="20233261"/>
  <p:tag name="KSO_WM_UNIT_LAYERLEVEL" val="1_1_1_1"/>
  <p:tag name="KSO_WM_TAG_VERSION" val="3.0"/>
  <p:tag name="KSO_WM_BEAUTIFY_FLAG" val="#wm#"/>
  <p:tag name="KSO_WM_DIAGRAM_MAX_ITEMCNT" val="3"/>
  <p:tag name="KSO_WM_DIAGRAM_MIN_ITEMCNT" val="3"/>
  <p:tag name="KSO_WM_DIAGRAM_VIRTUALLY_FRAME" val="{&quot;height&quot;:388.34818897637797,&quot;left&quot;:188.45,&quot;top&quot;:220.45,&quot;width&quot;:837.8186614173228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1"/>
  <p:tag name="KSO_WM_UNIT_ID" val="diagram20233261_1*n_h_h_i*1_2_1_1"/>
  <p:tag name="KSO_WM_TEMPLATE_CATEGORY" val="diagram"/>
  <p:tag name="KSO_WM_TEMPLATE_INDEX" val="20233261"/>
  <p:tag name="KSO_WM_UNIT_LAYERLEVEL" val="1_1_1_1"/>
  <p:tag name="KSO_WM_TAG_VERSION" val="3.0"/>
  <p:tag name="KSO_WM_BEAUTIFY_FLAG" val="#wm#"/>
  <p:tag name="KSO_WM_DIAGRAM_MAX_ITEMCNT" val="3"/>
  <p:tag name="KSO_WM_DIAGRAM_MIN_ITEMCNT" val="3"/>
  <p:tag name="KSO_WM_DIAGRAM_VIRTUALLY_FRAME" val="{&quot;height&quot;:388.34818897637797,&quot;left&quot;:188.45,&quot;top&quot;:220.45,&quot;width&quot;:837.818661417322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84*81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x"/>
  <p:tag name="KSO_WM_UNIT_INDEX" val="1_2_2_1"/>
  <p:tag name="KSO_WM_UNIT_ID" val="diagram20233261_1*n_h_h_x*1_2_2_1"/>
  <p:tag name="KSO_WM_TEMPLATE_CATEGORY" val="diagram"/>
  <p:tag name="KSO_WM_TEMPLATE_INDEX" val="20233261"/>
  <p:tag name="KSO_WM_UNIT_LAYERLEVEL" val="1_1_1_1"/>
  <p:tag name="KSO_WM_TAG_VERSION" val="3.0"/>
  <p:tag name="KSO_WM_BEAUTIFY_FLAG" val="#wm#"/>
  <p:tag name="KSO_WM_DIAGRAM_MAX_ITEMCNT" val="3"/>
  <p:tag name="KSO_WM_DIAGRAM_MIN_ITEMCNT" val="3"/>
  <p:tag name="KSO_WM_DIAGRAM_VIRTUALLY_FRAME" val="{&quot;height&quot;:388.34818897637797,&quot;left&quot;:188.45,&quot;top&quot;:220.45,&quot;width&quot;:837.8186614173228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3_2"/>
  <p:tag name="KSO_WM_UNIT_ID" val="diagram20233261_1*n_h_h_i*1_2_3_2"/>
  <p:tag name="KSO_WM_TEMPLATE_CATEGORY" val="diagram"/>
  <p:tag name="KSO_WM_TEMPLATE_INDEX" val="20233261"/>
  <p:tag name="KSO_WM_UNIT_LAYERLEVEL" val="1_1_1_1"/>
  <p:tag name="KSO_WM_TAG_VERSION" val="3.0"/>
  <p:tag name="KSO_WM_BEAUTIFY_FLAG" val="#wm#"/>
  <p:tag name="KSO_WM_DIAGRAM_MAX_ITEMCNT" val="3"/>
  <p:tag name="KSO_WM_DIAGRAM_MIN_ITEMCNT" val="3"/>
  <p:tag name="KSO_WM_DIAGRAM_VIRTUALLY_FRAME" val="{&quot;height&quot;:388.34818897637797,&quot;left&quot;:188.45,&quot;top&quot;:220.45,&quot;width&quot;:837.8186614173228}"/>
  <p:tag name="KSO_WM_DIAGRAM_COLOR_MATCH_VALUE" val="{&quot;shape&quot;:{&quot;fill&quot;:{&quot;solid&quot;:{&quot;brightness&quot;:0,&quot;colorType&quot;:1,&quot;foreColorIndex&quot;:5,&quot;transparency&quot;:0.7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84*81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x"/>
  <p:tag name="KSO_WM_UNIT_INDEX" val="1_2_3_1"/>
  <p:tag name="KSO_WM_UNIT_ID" val="diagram20233261_1*n_h_h_x*1_2_3_1"/>
  <p:tag name="KSO_WM_TEMPLATE_CATEGORY" val="diagram"/>
  <p:tag name="KSO_WM_TEMPLATE_INDEX" val="20233261"/>
  <p:tag name="KSO_WM_UNIT_LAYERLEVEL" val="1_1_1_1"/>
  <p:tag name="KSO_WM_TAG_VERSION" val="3.0"/>
  <p:tag name="KSO_WM_BEAUTIFY_FLAG" val="#wm#"/>
  <p:tag name="KSO_WM_DIAGRAM_MAX_ITEMCNT" val="3"/>
  <p:tag name="KSO_WM_DIAGRAM_MIN_ITEMCNT" val="3"/>
  <p:tag name="KSO_WM_DIAGRAM_VIRTUALLY_FRAME" val="{&quot;height&quot;:388.34818897637797,&quot;left&quot;:188.45,&quot;top&quot;:220.45,&quot;width&quot;:837.8186614173228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1.xml><?xml version="1.0" encoding="utf-8"?>
<p:tagLst xmlns:p="http://schemas.openxmlformats.org/presentationml/2006/main">
  <p:tag name="RESOURCE_RECORD_KEY" val="{&quot;70&quot;:[3322475]}"/>
</p:tagLst>
</file>

<file path=ppt/tags/tag12.xml><?xml version="1.0" encoding="utf-8"?>
<p:tagLst xmlns:p="http://schemas.openxmlformats.org/presentationml/2006/main">
  <p:tag name="KSO_WM_DIAGRAM_VIRTUALLY_FRAME" val="{&quot;height&quot;:699.2134645669294,&quot;left&quot;:72.53606299212586,&quot;top&quot;:91.88511811023622,&quot;width&quot;:1360.1811023622054}"/>
</p:tagLst>
</file>

<file path=ppt/tags/tag13.xml><?xml version="1.0" encoding="utf-8"?>
<p:tagLst xmlns:p="http://schemas.openxmlformats.org/presentationml/2006/main">
  <p:tag name="KSO_WM_DIAGRAM_VIRTUALLY_FRAME" val="{&quot;height&quot;:449.79818897637796,&quot;left&quot;:188.45,&quot;top&quot;:159,&quot;width&quot;:1063.55}"/>
</p:tagLst>
</file>

<file path=ppt/tags/tag1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2"/>
  <p:tag name="KSO_WM_UNIT_ID" val="diagram20233261_1*n_h_h_i*1_2_2_2"/>
  <p:tag name="KSO_WM_TEMPLATE_CATEGORY" val="diagram"/>
  <p:tag name="KSO_WM_TEMPLATE_INDEX" val="20233261"/>
  <p:tag name="KSO_WM_UNIT_LAYERLEVEL" val="1_1_1_1"/>
  <p:tag name="KSO_WM_TAG_VERSION" val="3.0"/>
  <p:tag name="KSO_WM_BEAUTIFY_FLAG" val="#wm#"/>
  <p:tag name="KSO_WM_DIAGRAM_MAX_ITEMCNT" val="3"/>
  <p:tag name="KSO_WM_DIAGRAM_MIN_ITEMCNT" val="3"/>
  <p:tag name="KSO_WM_DIAGRAM_VIRTUALLY_FRAME" val="{&quot;height&quot;:449.79818897637796,&quot;left&quot;:188.45,&quot;top&quot;:159,&quot;width&quot;:1063.55}"/>
  <p:tag name="KSO_WM_DIAGRAM_COLOR_MATCH_VALUE" val="{&quot;shape&quot;:{&quot;fill&quot;:{&quot;solid&quot;:{&quot;brightness&quot;:0,&quot;colorType&quot;:1,&quot;foreColorIndex&quot;:5,&quot;transparency&quot;:0.7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2"/>
  <p:tag name="KSO_WM_UNIT_ID" val="diagram20233261_1*n_h_h_i*1_2_1_2"/>
  <p:tag name="KSO_WM_TEMPLATE_CATEGORY" val="diagram"/>
  <p:tag name="KSO_WM_TEMPLATE_INDEX" val="20233261"/>
  <p:tag name="KSO_WM_UNIT_LAYERLEVEL" val="1_1_1_1"/>
  <p:tag name="KSO_WM_TAG_VERSION" val="3.0"/>
  <p:tag name="KSO_WM_BEAUTIFY_FLAG" val="#wm#"/>
  <p:tag name="KSO_WM_DIAGRAM_MAX_ITEMCNT" val="3"/>
  <p:tag name="KSO_WM_DIAGRAM_MIN_ITEMCNT" val="3"/>
  <p:tag name="KSO_WM_DIAGRAM_VIRTUALLY_FRAME" val="{&quot;height&quot;:449.79818897637796,&quot;left&quot;:188.45,&quot;top&quot;:159,&quot;width&quot;:1063.55}"/>
  <p:tag name="KSO_WM_DIAGRAM_COLOR_MATCH_VALUE" val="{&quot;shape&quot;:{&quot;fill&quot;:{&quot;solid&quot;:{&quot;brightness&quot;:0,&quot;colorType&quot;:1,&quot;foreColorIndex&quot;:5,&quot;transparency&quot;:0.7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3_2"/>
  <p:tag name="KSO_WM_UNIT_ID" val="diagram20233261_1*n_h_h_i*1_2_3_2"/>
  <p:tag name="KSO_WM_TEMPLATE_CATEGORY" val="diagram"/>
  <p:tag name="KSO_WM_TEMPLATE_INDEX" val="20233261"/>
  <p:tag name="KSO_WM_UNIT_LAYERLEVEL" val="1_1_1_1"/>
  <p:tag name="KSO_WM_TAG_VERSION" val="3.0"/>
  <p:tag name="KSO_WM_BEAUTIFY_FLAG" val="#wm#"/>
  <p:tag name="KSO_WM_DIAGRAM_MAX_ITEMCNT" val="3"/>
  <p:tag name="KSO_WM_DIAGRAM_MIN_ITEMCNT" val="3"/>
  <p:tag name="KSO_WM_DIAGRAM_VIRTUALLY_FRAME" val="{&quot;height&quot;:449.79818897637796,&quot;left&quot;:188.45,&quot;top&quot;:159,&quot;width&quot;:1063.55}"/>
  <p:tag name="KSO_WM_DIAGRAM_COLOR_MATCH_VALUE" val="{&quot;shape&quot;:{&quot;fill&quot;:{&quot;solid&quot;:{&quot;brightness&quot;:0,&quot;colorType&quot;:1,&quot;foreColorIndex&quot;:5,&quot;transparency&quot;:0.7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7.xml><?xml version="1.0" encoding="utf-8"?>
<p:tagLst xmlns:p="http://schemas.openxmlformats.org/presentationml/2006/main">
  <p:tag name="KSO_WM_DIAGRAM_VIRTUALLY_FRAME" val="{&quot;height&quot;:436.09818897637797,&quot;left&quot;:188.45,&quot;top&quot;:172.7,&quot;width&quot;:1048.1}"/>
</p:tagLst>
</file>

<file path=ppt/tags/tag18.xml><?xml version="1.0" encoding="utf-8"?>
<p:tagLst xmlns:p="http://schemas.openxmlformats.org/presentationml/2006/main">
  <p:tag name="KSO_WM_DIAGRAM_VIRTUALLY_FRAME" val="{&quot;height&quot;:436.09818897637797,&quot;left&quot;:188.45,&quot;top&quot;:172.7,&quot;width&quot;:1048.1}"/>
</p:tagLst>
</file>

<file path=ppt/tags/tag1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a"/>
  <p:tag name="KSO_WM_UNIT_INDEX" val="1_1_1"/>
  <p:tag name="KSO_WM_UNIT_ID" val="diagram20233261_1*n_h_a*1_1_1"/>
  <p:tag name="KSO_WM_TEMPLATE_CATEGORY" val="diagram"/>
  <p:tag name="KSO_WM_TEMPLATE_INDEX" val="20233261"/>
  <p:tag name="KSO_WM_UNIT_LAYERLEVEL" val="1_1_1"/>
  <p:tag name="KSO_WM_TAG_VERSION" val="3.0"/>
  <p:tag name="KSO_WM_BEAUTIFY_FLAG" val="#wm#"/>
  <p:tag name="KSO_WM_DIAGRAM_MAX_ITEMCNT" val="3"/>
  <p:tag name="KSO_WM_DIAGRAM_MIN_ITEMCNT" val="3"/>
  <p:tag name="KSO_WM_DIAGRAM_VIRTUALLY_FRAME" val="{&quot;height&quot;:449.79818897637796,&quot;left&quot;:188.45,&quot;top&quot;:159,&quot;width&quot;:1063.5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NOCLEAR" val="0"/>
  <p:tag name="KSO_WM_UNIT_PRESET_TEXT" val="单击此处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VALUE" val="40"/>
  <p:tag name="KSO_WM_DIAGRAM_USE_COLOR_VALUE" val="{&quot;color_scheme&quot;:1,&quot;color_type&quot;:1,&quot;theme_color_indexes&quot;:[5,6,5,6,5,6]}"/>
</p:tagLst>
</file>

<file path=ppt/tags/tag2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3_1"/>
  <p:tag name="KSO_WM_UNIT_ID" val="diagram20233261_1*n_h_h_i*1_2_3_1"/>
  <p:tag name="KSO_WM_TEMPLATE_CATEGORY" val="diagram"/>
  <p:tag name="KSO_WM_TEMPLATE_INDEX" val="20233261"/>
  <p:tag name="KSO_WM_UNIT_LAYERLEVEL" val="1_1_1_1"/>
  <p:tag name="KSO_WM_TAG_VERSION" val="3.0"/>
  <p:tag name="KSO_WM_BEAUTIFY_FLAG" val="#wm#"/>
  <p:tag name="KSO_WM_DIAGRAM_MAX_ITEMCNT" val="3"/>
  <p:tag name="KSO_WM_DIAGRAM_MIN_ITEMCNT" val="3"/>
  <p:tag name="KSO_WM_DIAGRAM_VIRTUALLY_FRAME" val="{&quot;height&quot;:449.79818897637796,&quot;left&quot;:188.45,&quot;top&quot;:159,&quot;width&quot;:1063.5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1"/>
  <p:tag name="KSO_WM_UNIT_ID" val="diagram20233261_1*n_h_h_i*1_2_2_1"/>
  <p:tag name="KSO_WM_TEMPLATE_CATEGORY" val="diagram"/>
  <p:tag name="KSO_WM_TEMPLATE_INDEX" val="20233261"/>
  <p:tag name="KSO_WM_UNIT_LAYERLEVEL" val="1_1_1_1"/>
  <p:tag name="KSO_WM_TAG_VERSION" val="3.0"/>
  <p:tag name="KSO_WM_BEAUTIFY_FLAG" val="#wm#"/>
  <p:tag name="KSO_WM_DIAGRAM_MAX_ITEMCNT" val="3"/>
  <p:tag name="KSO_WM_DIAGRAM_MIN_ITEMCNT" val="3"/>
  <p:tag name="KSO_WM_DIAGRAM_VIRTUALLY_FRAME" val="{&quot;height&quot;:449.79818897637796,&quot;left&quot;:188.45,&quot;top&quot;:159,&quot;width&quot;:1063.5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84*81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x"/>
  <p:tag name="KSO_WM_UNIT_INDEX" val="1_2_1_1"/>
  <p:tag name="KSO_WM_UNIT_ID" val="diagram20233261_1*n_h_h_x*1_2_1_1"/>
  <p:tag name="KSO_WM_TEMPLATE_CATEGORY" val="diagram"/>
  <p:tag name="KSO_WM_TEMPLATE_INDEX" val="20233261"/>
  <p:tag name="KSO_WM_UNIT_LAYERLEVEL" val="1_1_1_1"/>
  <p:tag name="KSO_WM_TAG_VERSION" val="3.0"/>
  <p:tag name="KSO_WM_BEAUTIFY_FLAG" val="#wm#"/>
  <p:tag name="KSO_WM_DIAGRAM_MAX_ITEMCNT" val="3"/>
  <p:tag name="KSO_WM_DIAGRAM_MIN_ITEMCNT" val="3"/>
  <p:tag name="KSO_WM_DIAGRAM_VIRTUALLY_FRAME" val="{&quot;height&quot;:449.79818897637796,&quot;left&quot;:188.45,&quot;top&quot;:159,&quot;width&quot;:1063.5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1"/>
  <p:tag name="KSO_WM_UNIT_ID" val="diagram20233261_1*n_h_h_i*1_2_1_1"/>
  <p:tag name="KSO_WM_TEMPLATE_CATEGORY" val="diagram"/>
  <p:tag name="KSO_WM_TEMPLATE_INDEX" val="20233261"/>
  <p:tag name="KSO_WM_UNIT_LAYERLEVEL" val="1_1_1_1"/>
  <p:tag name="KSO_WM_TAG_VERSION" val="3.0"/>
  <p:tag name="KSO_WM_BEAUTIFY_FLAG" val="#wm#"/>
  <p:tag name="KSO_WM_DIAGRAM_MAX_ITEMCNT" val="3"/>
  <p:tag name="KSO_WM_DIAGRAM_MIN_ITEMCNT" val="3"/>
  <p:tag name="KSO_WM_DIAGRAM_VIRTUALLY_FRAME" val="{&quot;height&quot;:449.79818897637796,&quot;left&quot;:188.45,&quot;top&quot;:159,&quot;width&quot;:1063.5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84*81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x"/>
  <p:tag name="KSO_WM_UNIT_INDEX" val="1_2_2_1"/>
  <p:tag name="KSO_WM_UNIT_ID" val="diagram20233261_1*n_h_h_x*1_2_2_1"/>
  <p:tag name="KSO_WM_TEMPLATE_CATEGORY" val="diagram"/>
  <p:tag name="KSO_WM_TEMPLATE_INDEX" val="20233261"/>
  <p:tag name="KSO_WM_UNIT_LAYERLEVEL" val="1_1_1_1"/>
  <p:tag name="KSO_WM_TAG_VERSION" val="3.0"/>
  <p:tag name="KSO_WM_BEAUTIFY_FLAG" val="#wm#"/>
  <p:tag name="KSO_WM_DIAGRAM_MAX_ITEMCNT" val="3"/>
  <p:tag name="KSO_WM_DIAGRAM_MIN_ITEMCNT" val="3"/>
  <p:tag name="KSO_WM_DIAGRAM_VIRTUALLY_FRAME" val="{&quot;height&quot;:449.79818897637796,&quot;left&quot;:188.45,&quot;top&quot;:159,&quot;width&quot;:1063.5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84*81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x"/>
  <p:tag name="KSO_WM_UNIT_INDEX" val="1_2_3_1"/>
  <p:tag name="KSO_WM_UNIT_ID" val="diagram20233261_1*n_h_h_x*1_2_3_1"/>
  <p:tag name="KSO_WM_TEMPLATE_CATEGORY" val="diagram"/>
  <p:tag name="KSO_WM_TEMPLATE_INDEX" val="20233261"/>
  <p:tag name="KSO_WM_UNIT_LAYERLEVEL" val="1_1_1_1"/>
  <p:tag name="KSO_WM_TAG_VERSION" val="3.0"/>
  <p:tag name="KSO_WM_BEAUTIFY_FLAG" val="#wm#"/>
  <p:tag name="KSO_WM_DIAGRAM_MAX_ITEMCNT" val="3"/>
  <p:tag name="KSO_WM_DIAGRAM_MIN_ITEMCNT" val="3"/>
  <p:tag name="KSO_WM_DIAGRAM_VIRTUALLY_FRAME" val="{&quot;height&quot;:449.79818897637796,&quot;left&quot;:188.45,&quot;top&quot;:159,&quot;width&quot;:1063.5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i*1_1"/>
  <p:tag name="KSO_WM_TEMPLATE_CATEGORY" val="diagram"/>
  <p:tag name="KSO_WM_TEMPLATE_INDEX" val="20231564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8,&quot;left&quot;:371.89999134934794,&quot;top&quot;:442.4750393700788,&quot;width&quot;:863.71655273437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.6000000238418579},{&quot;brightness&quot;:0,&quot;colorType&quot;:1,&quot;foreColorIndex&quot;:5,&quot;pos&quot;:0.5299999713897705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i*1_2"/>
  <p:tag name="KSO_WM_TEMPLATE_CATEGORY" val="diagram"/>
  <p:tag name="KSO_WM_TEMPLATE_INDEX" val="20231564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8,&quot;left&quot;:371.89999134934794,&quot;top&quot;:442.4750393700788,&quot;width&quot;:863.71655273437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5299999713897705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i*1_1_2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8,&quot;left&quot;:371.89999134934794,&quot;top&quot;:442.4750393700788,&quot;width&quot;:863.716552734375}"/>
  <p:tag name="KSO_WM_DIAGRAM_COLOR_MATCH_VALUE" val="{&quot;shape&quot;:{&quot;fill&quot;:{&quot;gradient&quot;:[{&quot;brightness&quot;:0,&quot;colorType&quot;:1,&quot;foreColorIndex&quot;:5,&quot;pos&quot;:0.75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i*1_1_3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8,&quot;left&quot;:371.89999134934794,&quot;top&quot;:442.4750393700788,&quot;width&quot;:863.71655273437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600000143051147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i*1_1_4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4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8,&quot;left&quot;:371.89999134934794,&quot;top&quot;:442.4750393700788,&quot;width&quot;:863.71655273437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600000143051147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564_3*l_h_a*1_1_1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8,&quot;left&quot;:371.89999134934794,&quot;top&quot;:442.4750393700788,&quot;width&quot;:863.7165527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36000001430511475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项标题"/>
  <p:tag name="KSO_WM_UNIT_TEXT_FILL_FORE_SCHEMECOLOR_INDEX" val="3"/>
  <p:tag name="KSO_WM_UNIT_TEXT_FILL_TYPE" val="3"/>
  <p:tag name="KSO_WM_UNIT_TEXT_TYPE" val="1"/>
  <p:tag name="KSO_WM_DIAGRAM_USE_COLOR_VALUE" val="{&quot;color_scheme&quot;:1,&quot;color_type&quot;:1,&quot;theme_color_indexes&quot;:[5,6,5,6,5,6]}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i*1_1_1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8,&quot;left&quot;:371.89999134934794,&quot;top&quot;:442.4750393700788,&quot;width&quot;:863.71655273437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i*1_2_2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8,&quot;left&quot;:371.89999134934794,&quot;top&quot;:442.4750393700788,&quot;width&quot;:863.716552734375}"/>
  <p:tag name="KSO_WM_DIAGRAM_COLOR_MATCH_VALUE" val="{&quot;shape&quot;:{&quot;fill&quot;:{&quot;gradient&quot;:[{&quot;brightness&quot;:0,&quot;colorType&quot;:1,&quot;foreColorIndex&quot;:8,&quot;pos&quot;:0.75,&quot;transparency&quot;:0},{&quot;brightness&quot;:0.4000000059604645,&quot;colorType&quot;:1,&quot;foreColorIndex&quot;:8,&quot;pos&quot;:0,&quot;transparency&quot;:0}],&quot;type&quot;:3},&quot;glow&quot;:{&quot;colorType&quot;:0},&quot;line&quot;:{&quot;type&quot;:0},&quot;shadow&quot;:{&quot;brightness&quot;:0,&quot;colorType&quot;:1,&quot;foreColorIndex&quot;:8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i*1_2_3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8,&quot;left&quot;:371.89999134934794,&quot;top&quot;:442.4750393700788,&quot;width&quot;:863.716552734375}"/>
  <p:tag name="KSO_WM_DIAGRAM_COLOR_MATCH_VALUE" val="{&quot;shape&quot;:{&quot;fill&quot;:{&quot;type&quot;:0},&quot;glow&quot;:{&quot;colorType&quot;:0},&quot;line&quot;:{&quot;gradient&quot;:[{&quot;brightness&quot;:0,&quot;colorType&quot;:1,&quot;foreColorIndex&quot;:8,&quot;pos&quot;:0,&quot;transparency&quot;:0},{&quot;brightness&quot;:0,&quot;colorType&quot;:1,&quot;foreColorIndex&quot;:8,&quot;pos&quot;:0.8600000143051147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i*1_2_4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4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8,&quot;left&quot;:371.89999134934794,&quot;top&quot;:442.4750393700788,&quot;width&quot;:863.716552734375}"/>
  <p:tag name="KSO_WM_DIAGRAM_COLOR_MATCH_VALUE" val="{&quot;shape&quot;:{&quot;fill&quot;:{&quot;type&quot;:0},&quot;glow&quot;:{&quot;colorType&quot;:0},&quot;line&quot;:{&quot;gradient&quot;:[{&quot;brightness&quot;:0,&quot;colorType&quot;:1,&quot;foreColorIndex&quot;:8,&quot;pos&quot;:0,&quot;transparency&quot;:0},{&quot;brightness&quot;:0,&quot;colorType&quot;:1,&quot;foreColorIndex&quot;:8,&quot;pos&quot;:0.8600000143051147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564_3*l_h_a*1_2_1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8,&quot;left&quot;:371.89999134934794,&quot;top&quot;:442.4750393700788,&quot;width&quot;:863.7165527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8,&quot;pos&quot;:0.36000001430511475,&quot;transparency&quot;:0},{&quot;brightness&quot;:0.4000000059604645,&quot;colorType&quot;:1,&quot;foreColorIndex&quot;:8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项标题"/>
  <p:tag name="KSO_WM_UNIT_TEXT_FILL_FORE_SCHEMECOLOR_INDEX" val="3"/>
  <p:tag name="KSO_WM_UNIT_TEXT_FILL_TYPE" val="3"/>
  <p:tag name="KSO_WM_UNIT_TEXT_TYPE" val="1"/>
  <p:tag name="KSO_WM_DIAGRAM_USE_COLOR_VALUE" val="{&quot;color_scheme&quot;:1,&quot;color_type&quot;:1,&quot;theme_color_indexes&quot;:[5,6,5,6,5,6]}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i*1_2_1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8,&quot;left&quot;:371.89999134934794,&quot;top&quot;:442.4750393700788,&quot;width&quot;:863.716552734375}"/>
  <p:tag name="KSO_WM_DIAGRAM_COLOR_MATCH_VALUE" val="{&quot;shape&quot;:{&quot;fill&quot;:{&quot;type&quot;:0},&quot;glow&quot;:{&quot;colorType&quot;:0},&quot;line&quot;:{&quot;gradient&quot;:[{&quot;brightness&quot;:0,&quot;colorType&quot;:1,&quot;foreColorIndex&quot;:8,&quot;pos&quot;:0,&quot;transparency&quot;:0},{&quot;brightness&quot;:0,&quot;colorType&quot;:1,&quot;foreColorIndex&quot;:8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i*1_3_2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8,&quot;left&quot;:371.89999134934794,&quot;top&quot;:442.4750393700788,&quot;width&quot;:863.716552734375}"/>
  <p:tag name="KSO_WM_DIAGRAM_COLOR_MATCH_VALUE" val="{&quot;shape&quot;:{&quot;fill&quot;:{&quot;gradient&quot;:[{&quot;brightness&quot;:0,&quot;colorType&quot;:1,&quot;foreColorIndex&quot;:5,&quot;pos&quot;:0.75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i*1_3_3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8,&quot;left&quot;:371.89999134934794,&quot;top&quot;:442.4750393700788,&quot;width&quot;:863.71655273437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600000143051147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i*1_3_4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4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8,&quot;left&quot;:371.89999134934794,&quot;top&quot;:442.4750393700788,&quot;width&quot;:863.71655273437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600000143051147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4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1564_3*l_h_a*1_3_1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8,&quot;left&quot;:371.89999134934794,&quot;top&quot;:442.4750393700788,&quot;width&quot;:863.7165527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36000001430511475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项标题"/>
  <p:tag name="KSO_WM_UNIT_TEXT_FILL_FORE_SCHEMECOLOR_INDEX" val="3"/>
  <p:tag name="KSO_WM_UNIT_TEXT_FILL_TYPE" val="3"/>
  <p:tag name="KSO_WM_UNIT_TEXT_TYPE" val="1"/>
  <p:tag name="KSO_WM_DIAGRAM_USE_COLOR_VALUE" val="{&quot;color_scheme&quot;:1,&quot;color_type&quot;:1,&quot;theme_color_indexes&quot;:[5,6,5,6,5,6]}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i*1_3_1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8,&quot;left&quot;:371.89999134934794,&quot;top&quot;:442.4750393700788,&quot;width&quot;:863.71655273437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i*1_4_2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4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8,&quot;left&quot;:371.89999134934794,&quot;top&quot;:442.4750393700788,&quot;width&quot;:863.716552734375}"/>
  <p:tag name="KSO_WM_DIAGRAM_COLOR_MATCH_VALUE" val="{&quot;shape&quot;:{&quot;fill&quot;:{&quot;gradient&quot;:[{&quot;brightness&quot;:0,&quot;colorType&quot;:1,&quot;foreColorIndex&quot;:8,&quot;pos&quot;:0.75,&quot;transparency&quot;:0},{&quot;brightness&quot;:0.4000000059604645,&quot;colorType&quot;:1,&quot;foreColorIndex&quot;:8,&quot;pos&quot;:0,&quot;transparency&quot;:0}],&quot;type&quot;:3},&quot;glow&quot;:{&quot;colorType&quot;:0},&quot;line&quot;:{&quot;type&quot;:0},&quot;shadow&quot;:{&quot;brightness&quot;:0,&quot;colorType&quot;:1,&quot;foreColorIndex&quot;:8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i*1_4_3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4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8,&quot;left&quot;:371.89999134934794,&quot;top&quot;:442.4750393700788,&quot;width&quot;:863.716552734375}"/>
  <p:tag name="KSO_WM_DIAGRAM_COLOR_MATCH_VALUE" val="{&quot;shape&quot;:{&quot;fill&quot;:{&quot;type&quot;:0},&quot;glow&quot;:{&quot;colorType&quot;:0},&quot;line&quot;:{&quot;gradient&quot;:[{&quot;brightness&quot;:0,&quot;colorType&quot;:1,&quot;foreColorIndex&quot;:8,&quot;pos&quot;:0,&quot;transparency&quot;:0},{&quot;brightness&quot;:0,&quot;colorType&quot;:1,&quot;foreColorIndex&quot;:8,&quot;pos&quot;:0.8600000143051147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i*1_4_4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4_4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8,&quot;left&quot;:371.89999134934794,&quot;top&quot;:442.4750393700788,&quot;width&quot;:863.716552734375}"/>
  <p:tag name="KSO_WM_DIAGRAM_COLOR_MATCH_VALUE" val="{&quot;shape&quot;:{&quot;fill&quot;:{&quot;type&quot;:0},&quot;glow&quot;:{&quot;colorType&quot;:0},&quot;line&quot;:{&quot;gradient&quot;:[{&quot;brightness&quot;:0,&quot;colorType&quot;:1,&quot;foreColorIndex&quot;:8,&quot;pos&quot;:0,&quot;transparency&quot;:0},{&quot;brightness&quot;:0,&quot;colorType&quot;:1,&quot;foreColorIndex&quot;:8,&quot;pos&quot;:0.8600000143051147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4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1564_3*l_h_a*1_4_1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8,&quot;left&quot;:371.89999134934794,&quot;top&quot;:442.4750393700788,&quot;width&quot;:863.7165527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8,&quot;pos&quot;:0.36000001430511475,&quot;transparency&quot;:0},{&quot;brightness&quot;:0.4000000059604645,&quot;colorType&quot;:1,&quot;foreColorIndex&quot;:8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项标题"/>
  <p:tag name="KSO_WM_UNIT_TEXT_FILL_FORE_SCHEMECOLOR_INDEX" val="3"/>
  <p:tag name="KSO_WM_UNIT_TEXT_FILL_TYPE" val="3"/>
  <p:tag name="KSO_WM_UNIT_TEXT_TYPE" val="1"/>
  <p:tag name="KSO_WM_DIAGRAM_USE_COLOR_VALUE" val="{&quot;color_scheme&quot;:1,&quot;color_type&quot;:1,&quot;theme_color_indexes&quot;:[5,6,5,6,5,6]}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i*1_4_1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4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8,&quot;left&quot;:371.89999134934794,&quot;top&quot;:442.4750393700788,&quot;width&quot;:863.716552734375}"/>
  <p:tag name="KSO_WM_DIAGRAM_COLOR_MATCH_VALUE" val="{&quot;shape&quot;:{&quot;fill&quot;:{&quot;type&quot;:0},&quot;glow&quot;:{&quot;colorType&quot;:0},&quot;line&quot;:{&quot;gradient&quot;:[{&quot;brightness&quot;:0,&quot;colorType&quot;:1,&quot;foreColorIndex&quot;:8,&quot;pos&quot;:0,&quot;transparency&quot;:0},{&quot;brightness&quot;:0,&quot;colorType&quot;:1,&quot;foreColorIndex&quot;:8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i*1_4"/>
  <p:tag name="KSO_WM_TEMPLATE_CATEGORY" val="diagram"/>
  <p:tag name="KSO_WM_TEMPLATE_INDEX" val="20231564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4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8,&quot;left&quot;:371.89999134934794,&quot;top&quot;:442.4750393700788,&quot;width&quot;:863.716552734375}"/>
  <p:tag name="KSO_WM_DIAGRAM_COLOR_MATCH_VALUE" val="{&quot;shape&quot;:{&quot;fill&quot;:{&quot;gradient&quot;:[{&quot;brightness&quot;:0,&quot;colorType&quot;:1,&quot;foreColorIndex&quot;:5,&quot;pos&quot;:0.8999999761581421,&quot;transparency&quot;:1},{&quot;brightness&quot;:0,&quot;colorType&quot;:1,&quot;foreColorIndex&quot;:5,&quot;pos&quot;:0.5,&quot;transparency&quot;:0.8199999928474426},{&quot;brightness&quot;:0,&quot;colorType&quot;:1,&quot;foreColorIndex&quot;:5,&quot;pos&quot;:0.10000000149011612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x*1_1_1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UNIT_VALUE" val="75*75"/>
  <p:tag name="KSO_WM_DIAGRAM_GROUP_CODE" val="l1-1"/>
  <p:tag name="KSO_WM_UNIT_TYPE" val="l_h_x"/>
  <p:tag name="KSO_WM_UNIT_INDEX" val="1_1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8,&quot;left&quot;:371.89999134934794,&quot;top&quot;:442.4750393700788,&quot;width&quot;:863.71655273437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x*1_2_1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UNIT_VALUE" val="77*77"/>
  <p:tag name="KSO_WM_DIAGRAM_GROUP_CODE" val="l1-1"/>
  <p:tag name="KSO_WM_UNIT_TYPE" val="l_h_x"/>
  <p:tag name="KSO_WM_UNIT_INDEX" val="1_2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8,&quot;left&quot;:371.89999134934794,&quot;top&quot;:442.4750393700788,&quot;width&quot;:863.71655273437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x*1_3_1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UNIT_VALUE" val="44*86"/>
  <p:tag name="KSO_WM_DIAGRAM_GROUP_CODE" val="l1-1"/>
  <p:tag name="KSO_WM_UNIT_TYPE" val="l_h_x"/>
  <p:tag name="KSO_WM_UNIT_INDEX" val="1_3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8,&quot;left&quot;:371.89999134934794,&quot;top&quot;:442.4750393700788,&quot;width&quot;:863.71655273437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x*1_4_1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UNIT_VALUE" val="65*89"/>
  <p:tag name="KSO_WM_DIAGRAM_GROUP_CODE" val="l1-1"/>
  <p:tag name="KSO_WM_UNIT_TYPE" val="l_h_x"/>
  <p:tag name="KSO_WM_UNIT_INDEX" val="1_4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8,&quot;left&quot;:371.89999134934794,&quot;top&quot;:442.4750393700788,&quot;width&quot;:863.71655273437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53.xml><?xml version="1.0" encoding="utf-8"?>
<p:tagLst xmlns:p="http://schemas.openxmlformats.org/presentationml/2006/main">
  <p:tag name="RESOURCE_RECORD_KEY" val="{&quot;70&quot;:[3322475,3318595]}"/>
</p:tagLst>
</file>

<file path=ppt/tags/tag54.xml><?xml version="1.0" encoding="utf-8"?>
<p:tagLst xmlns:p="http://schemas.openxmlformats.org/presentationml/2006/main">
  <p:tag name="KSO_WPP_MARK_KEY" val="072db217-af38-49b9-98e0-1a06d5a1749b"/>
  <p:tag name="COMMONDATA" val="eyJoZGlkIjoiODM5MTNjZTQyOWQxNzdjMTkyMmVhYWQ1OTA5OTI2NmMifQ=="/>
  <p:tag name="commondata" val="eyJoZGlkIjoiZTM4NzlmYmEzOTBkZDkxMTZiYWQwODVlZTAzZTlkODAifQ=="/>
  <p:tag name="resource_record_key" val="{&quot;70&quot;:[3322475,3318595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879</Words>
  <Application>WPS 演示</Application>
  <PresentationFormat>On-screen Show (4:3)</PresentationFormat>
  <Paragraphs>61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宋体</vt:lpstr>
      <vt:lpstr>Wingdings</vt:lpstr>
      <vt:lpstr>造字工房尚黑体 粗体</vt:lpstr>
      <vt:lpstr>黑体</vt:lpstr>
      <vt:lpstr>Calibri</vt:lpstr>
      <vt:lpstr>Roboto Regular</vt:lpstr>
      <vt:lpstr>思源黑体 CN Regular</vt:lpstr>
      <vt:lpstr>微软雅黑</vt:lpstr>
      <vt:lpstr>Arial Unicode MS</vt:lpstr>
      <vt:lpstr>Segoe Print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多彩莫兰迪风答辩PPT演示文稿</dc:title>
  <dc:creator/>
  <cp:lastModifiedBy>付宝莹</cp:lastModifiedBy>
  <cp:revision>14</cp:revision>
  <dcterms:created xsi:type="dcterms:W3CDTF">2024-12-04T13:48:00Z</dcterms:created>
  <dcterms:modified xsi:type="dcterms:W3CDTF">2025-01-05T12:00:39Z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D730D932E5B64ED7992CB7C9266EB9A4_12</vt:lpwstr>
  </property>
  <property fmtid="{D5CDD505-2E9C-101B-9397-08002B2CF9AE}" pid="3" name="KSOProductBuildVer">
    <vt:lpwstr>2052-12.1.0.17857</vt:lpwstr>
  </property>
</Properties>
</file>