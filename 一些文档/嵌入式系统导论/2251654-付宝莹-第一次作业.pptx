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2" r:id="rId3"/>
    <p:sldId id="290" r:id="rId5"/>
    <p:sldId id="326" r:id="rId6"/>
    <p:sldId id="288" r:id="rId7"/>
  </p:sldIdLst>
  <p:sldSz cx="12192000" cy="6858000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62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94A"/>
    <a:srgbClr val="FF9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888" y="1488"/>
      </p:cViewPr>
      <p:guideLst>
        <p:guide orient="horz" pos="2160"/>
        <p:guide pos="623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4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3C5A01-9D17-4D0E-A4CA-BF7BA6EB2E5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66DA4-DC5B-4171-A226-591CC3A60AF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166DA4-DC5B-4171-A226-591CC3A60AF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8275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Go to the Master Slides for editing / </a:t>
            </a:r>
            <a:r>
              <a:rPr lang="en-US" b="1" dirty="0"/>
              <a:t>View</a:t>
            </a:r>
            <a:r>
              <a:rPr lang="en-US" b="1" baseline="0" dirty="0"/>
              <a:t> Tab &gt; Slide Master &gt; Edit &gt; Close Master View &gt; Done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936486-6481-4517-93D6-377984602E0D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E8EDC-1225-47E3-9680-C9FAF722F7A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pc="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Click="0" advTm="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21_Content &amp; Image">
    <p:bg>
      <p:bgPr>
        <a:gradFill>
          <a:gsLst>
            <a:gs pos="100000">
              <a:schemeClr val="tx2">
                <a:lumMod val="60000"/>
                <a:lumOff val="40000"/>
              </a:schemeClr>
            </a:gs>
            <a:gs pos="0">
              <a:schemeClr val="tx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/>
          <p:cNvSpPr/>
          <p:nvPr userDrawn="1"/>
        </p:nvSpPr>
        <p:spPr>
          <a:xfrm>
            <a:off x="2091056" y="80284"/>
            <a:ext cx="1755688" cy="6297656"/>
          </a:xfrm>
          <a:prstGeom prst="roundRect">
            <a:avLst>
              <a:gd name="adj" fmla="val 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1270000" dist="889000" dir="8100000" algn="tl" rotWithShape="0">
              <a:schemeClr val="tx2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9" tIns="22859" rIns="45719" bIns="22859" rtlCol="0" anchor="ctr"/>
          <a:lstStyle/>
          <a:p>
            <a:pPr algn="ctr"/>
            <a:endParaRPr lang="en-US"/>
          </a:p>
        </p:txBody>
      </p:sp>
      <p:sp>
        <p:nvSpPr>
          <p:cNvPr id="15" name="Shape 613"/>
          <p:cNvSpPr>
            <a:spLocks noGrp="1"/>
          </p:cNvSpPr>
          <p:nvPr>
            <p:ph type="pic" sz="quarter" idx="55" hasCustomPrompt="1"/>
          </p:nvPr>
        </p:nvSpPr>
        <p:spPr>
          <a:xfrm>
            <a:off x="2031997" y="80284"/>
            <a:ext cx="4064003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effectLst/>
        </p:spPr>
        <p:txBody>
          <a:bodyPr lIns="45719" tIns="22859" rIns="45719" bIns="22859" anchor="ctr">
            <a:noAutofit/>
          </a:bodyPr>
          <a:lstStyle>
            <a:lvl1pPr marL="0" marR="0" indent="0" algn="ctr" defTabSz="45339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Pct val="100000"/>
              <a:buFontTx/>
              <a:buNone/>
              <a:defRPr sz="1200" spc="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r>
              <a:rPr lang="en-US" dirty="0"/>
              <a:t>Drag &amp; Drop your image here</a:t>
            </a:r>
            <a:endParaRPr lang="en-US" dirty="0"/>
          </a:p>
          <a:p>
            <a:endParaRPr dirty="0"/>
          </a:p>
        </p:txBody>
      </p:sp>
      <p:sp>
        <p:nvSpPr>
          <p:cNvPr id="16" name="Shape 17"/>
          <p:cNvSpPr>
            <a:spLocks noGrp="1"/>
          </p:cNvSpPr>
          <p:nvPr>
            <p:ph type="body" sz="quarter" idx="142" hasCustomPrompt="1"/>
          </p:nvPr>
        </p:nvSpPr>
        <p:spPr>
          <a:xfrm>
            <a:off x="1016000" y="1703270"/>
            <a:ext cx="5080000" cy="3436501"/>
          </a:xfrm>
          <a:prstGeom prst="rect">
            <a:avLst/>
          </a:prstGeom>
        </p:spPr>
        <p:txBody>
          <a:bodyPr wrap="square" lIns="0" tIns="0" rIns="0" bIns="0" anchor="t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4800" b="1" spc="-10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H2 Title here</a:t>
            </a:r>
            <a:endParaRPr lang="nl-NL" dirty="0"/>
          </a:p>
        </p:txBody>
      </p:sp>
      <p:sp>
        <p:nvSpPr>
          <p:cNvPr id="18" name="Shape 58"/>
          <p:cNvSpPr>
            <a:spLocks noGrp="1"/>
          </p:cNvSpPr>
          <p:nvPr>
            <p:ph type="sldNum" sz="quarter" idx="2"/>
          </p:nvPr>
        </p:nvSpPr>
        <p:spPr>
          <a:xfrm>
            <a:off x="0" y="6285243"/>
            <a:ext cx="1016000" cy="572715"/>
          </a:xfrm>
          <a:prstGeom prst="rect">
            <a:avLst/>
          </a:prstGeom>
        </p:spPr>
        <p:txBody>
          <a:bodyPr lIns="121917" tIns="60958" rIns="121917" bIns="60958" anchor="ctr" anchorCtr="0"/>
          <a:lstStyle>
            <a:lvl1pPr algn="ctr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fld id="{86CB4B4D-7CA3-9044-876B-883B54F8677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2_Content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89_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Freeform 191"/>
          <p:cNvSpPr>
            <a:spLocks noChangeAspect="1"/>
          </p:cNvSpPr>
          <p:nvPr userDrawn="1"/>
        </p:nvSpPr>
        <p:spPr>
          <a:xfrm>
            <a:off x="1016000" y="581863"/>
            <a:ext cx="2835000" cy="5670000"/>
          </a:xfrm>
          <a:custGeom>
            <a:avLst/>
            <a:gdLst>
              <a:gd name="connsiteX0" fmla="*/ 5670000 w 5670000"/>
              <a:gd name="connsiteY0" fmla="*/ 0 h 11340000"/>
              <a:gd name="connsiteX1" fmla="*/ 5670000 w 5670000"/>
              <a:gd name="connsiteY1" fmla="*/ 360000 h 11340000"/>
              <a:gd name="connsiteX2" fmla="*/ 360000 w 5670000"/>
              <a:gd name="connsiteY2" fmla="*/ 5670000 h 11340000"/>
              <a:gd name="connsiteX3" fmla="*/ 5670000 w 5670000"/>
              <a:gd name="connsiteY3" fmla="*/ 10980000 h 11340000"/>
              <a:gd name="connsiteX4" fmla="*/ 5670000 w 5670000"/>
              <a:gd name="connsiteY4" fmla="*/ 11340000 h 11340000"/>
              <a:gd name="connsiteX5" fmla="*/ 0 w 5670000"/>
              <a:gd name="connsiteY5" fmla="*/ 5670000 h 11340000"/>
              <a:gd name="connsiteX6" fmla="*/ 5670000 w 5670000"/>
              <a:gd name="connsiteY6" fmla="*/ 0 h 113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0000" h="11340000">
                <a:moveTo>
                  <a:pt x="5670000" y="0"/>
                </a:moveTo>
                <a:lnTo>
                  <a:pt x="5670000" y="360000"/>
                </a:lnTo>
                <a:cubicBezTo>
                  <a:pt x="2737368" y="360000"/>
                  <a:pt x="360000" y="2737368"/>
                  <a:pt x="360000" y="5670000"/>
                </a:cubicBezTo>
                <a:cubicBezTo>
                  <a:pt x="360000" y="8602632"/>
                  <a:pt x="2737368" y="10980000"/>
                  <a:pt x="5670000" y="10980000"/>
                </a:cubicBezTo>
                <a:lnTo>
                  <a:pt x="5670000" y="11340000"/>
                </a:lnTo>
                <a:cubicBezTo>
                  <a:pt x="2538545" y="11340000"/>
                  <a:pt x="0" y="8801455"/>
                  <a:pt x="0" y="5670000"/>
                </a:cubicBezTo>
                <a:cubicBezTo>
                  <a:pt x="0" y="2538545"/>
                  <a:pt x="2538545" y="0"/>
                  <a:pt x="5670000" y="0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90" name="Freeform 189"/>
          <p:cNvSpPr>
            <a:spLocks noChangeAspect="1"/>
          </p:cNvSpPr>
          <p:nvPr userDrawn="1"/>
        </p:nvSpPr>
        <p:spPr>
          <a:xfrm>
            <a:off x="1286000" y="851821"/>
            <a:ext cx="2565000" cy="5130000"/>
          </a:xfrm>
          <a:custGeom>
            <a:avLst/>
            <a:gdLst>
              <a:gd name="connsiteX0" fmla="*/ 5130000 w 5130000"/>
              <a:gd name="connsiteY0" fmla="*/ 0 h 10260000"/>
              <a:gd name="connsiteX1" fmla="*/ 5130000 w 5130000"/>
              <a:gd name="connsiteY1" fmla="*/ 360000 h 10260000"/>
              <a:gd name="connsiteX2" fmla="*/ 360000 w 5130000"/>
              <a:gd name="connsiteY2" fmla="*/ 5130000 h 10260000"/>
              <a:gd name="connsiteX3" fmla="*/ 5130000 w 5130000"/>
              <a:gd name="connsiteY3" fmla="*/ 9900000 h 10260000"/>
              <a:gd name="connsiteX4" fmla="*/ 5130000 w 5130000"/>
              <a:gd name="connsiteY4" fmla="*/ 10260000 h 10260000"/>
              <a:gd name="connsiteX5" fmla="*/ 0 w 5130000"/>
              <a:gd name="connsiteY5" fmla="*/ 5130000 h 10260000"/>
              <a:gd name="connsiteX6" fmla="*/ 5130000 w 5130000"/>
              <a:gd name="connsiteY6" fmla="*/ 0 h 102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0000" h="10260000">
                <a:moveTo>
                  <a:pt x="5130000" y="0"/>
                </a:moveTo>
                <a:lnTo>
                  <a:pt x="5130000" y="360000"/>
                </a:lnTo>
                <a:cubicBezTo>
                  <a:pt x="2495603" y="360000"/>
                  <a:pt x="360000" y="2495603"/>
                  <a:pt x="360000" y="5130000"/>
                </a:cubicBezTo>
                <a:cubicBezTo>
                  <a:pt x="360000" y="7764398"/>
                  <a:pt x="2495603" y="9900000"/>
                  <a:pt x="5130000" y="9900000"/>
                </a:cubicBezTo>
                <a:lnTo>
                  <a:pt x="5130000" y="10260000"/>
                </a:lnTo>
                <a:cubicBezTo>
                  <a:pt x="2296779" y="10260000"/>
                  <a:pt x="0" y="7963221"/>
                  <a:pt x="0" y="5130000"/>
                </a:cubicBezTo>
                <a:cubicBezTo>
                  <a:pt x="0" y="2296779"/>
                  <a:pt x="2296779" y="0"/>
                  <a:pt x="5130000" y="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88" name="Freeform 187"/>
          <p:cNvSpPr>
            <a:spLocks noChangeAspect="1"/>
          </p:cNvSpPr>
          <p:nvPr userDrawn="1"/>
        </p:nvSpPr>
        <p:spPr>
          <a:xfrm>
            <a:off x="1556000" y="1121863"/>
            <a:ext cx="2295000" cy="4590000"/>
          </a:xfrm>
          <a:custGeom>
            <a:avLst/>
            <a:gdLst>
              <a:gd name="connsiteX0" fmla="*/ 4590000 w 4590000"/>
              <a:gd name="connsiteY0" fmla="*/ 0 h 9180000"/>
              <a:gd name="connsiteX1" fmla="*/ 4590000 w 4590000"/>
              <a:gd name="connsiteY1" fmla="*/ 360000 h 9180000"/>
              <a:gd name="connsiteX2" fmla="*/ 360000 w 4590000"/>
              <a:gd name="connsiteY2" fmla="*/ 4590000 h 9180000"/>
              <a:gd name="connsiteX3" fmla="*/ 4590000 w 4590000"/>
              <a:gd name="connsiteY3" fmla="*/ 8820000 h 9180000"/>
              <a:gd name="connsiteX4" fmla="*/ 4590000 w 4590000"/>
              <a:gd name="connsiteY4" fmla="*/ 9180000 h 9180000"/>
              <a:gd name="connsiteX5" fmla="*/ 0 w 4590000"/>
              <a:gd name="connsiteY5" fmla="*/ 4590000 h 9180000"/>
              <a:gd name="connsiteX6" fmla="*/ 4590000 w 4590000"/>
              <a:gd name="connsiteY6" fmla="*/ 0 h 91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90000" h="9180000">
                <a:moveTo>
                  <a:pt x="4590000" y="0"/>
                </a:moveTo>
                <a:lnTo>
                  <a:pt x="4590000" y="360000"/>
                </a:lnTo>
                <a:cubicBezTo>
                  <a:pt x="2253836" y="360000"/>
                  <a:pt x="360000" y="2253836"/>
                  <a:pt x="360000" y="4590000"/>
                </a:cubicBezTo>
                <a:cubicBezTo>
                  <a:pt x="360000" y="6926164"/>
                  <a:pt x="2253836" y="8820000"/>
                  <a:pt x="4590000" y="8820000"/>
                </a:cubicBezTo>
                <a:lnTo>
                  <a:pt x="4590000" y="9180000"/>
                </a:lnTo>
                <a:cubicBezTo>
                  <a:pt x="2055013" y="9180000"/>
                  <a:pt x="0" y="7124987"/>
                  <a:pt x="0" y="4590000"/>
                </a:cubicBezTo>
                <a:cubicBezTo>
                  <a:pt x="0" y="2055014"/>
                  <a:pt x="2055013" y="0"/>
                  <a:pt x="4590000" y="0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86" name="Freeform 185"/>
          <p:cNvSpPr>
            <a:spLocks noChangeAspect="1"/>
          </p:cNvSpPr>
          <p:nvPr userDrawn="1"/>
        </p:nvSpPr>
        <p:spPr>
          <a:xfrm>
            <a:off x="1826000" y="1391863"/>
            <a:ext cx="2025000" cy="4050000"/>
          </a:xfrm>
          <a:custGeom>
            <a:avLst/>
            <a:gdLst>
              <a:gd name="connsiteX0" fmla="*/ 4050000 w 4050000"/>
              <a:gd name="connsiteY0" fmla="*/ 0 h 8100000"/>
              <a:gd name="connsiteX1" fmla="*/ 4050000 w 4050000"/>
              <a:gd name="connsiteY1" fmla="*/ 358584 h 8100000"/>
              <a:gd name="connsiteX2" fmla="*/ 360000 w 4050000"/>
              <a:gd name="connsiteY2" fmla="*/ 4048585 h 8100000"/>
              <a:gd name="connsiteX3" fmla="*/ 4050000 w 4050000"/>
              <a:gd name="connsiteY3" fmla="*/ 7738584 h 8100000"/>
              <a:gd name="connsiteX4" fmla="*/ 4050000 w 4050000"/>
              <a:gd name="connsiteY4" fmla="*/ 8100000 h 8100000"/>
              <a:gd name="connsiteX5" fmla="*/ 0 w 4050000"/>
              <a:gd name="connsiteY5" fmla="*/ 4050000 h 8100000"/>
              <a:gd name="connsiteX6" fmla="*/ 4050000 w 4050000"/>
              <a:gd name="connsiteY6" fmla="*/ 0 h 810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0000" h="8100000">
                <a:moveTo>
                  <a:pt x="4050000" y="0"/>
                </a:moveTo>
                <a:lnTo>
                  <a:pt x="4050000" y="358584"/>
                </a:lnTo>
                <a:cubicBezTo>
                  <a:pt x="2012069" y="358584"/>
                  <a:pt x="360000" y="2010654"/>
                  <a:pt x="360000" y="4048585"/>
                </a:cubicBezTo>
                <a:cubicBezTo>
                  <a:pt x="360000" y="6086515"/>
                  <a:pt x="2012069" y="7738584"/>
                  <a:pt x="4050000" y="7738584"/>
                </a:cubicBezTo>
                <a:lnTo>
                  <a:pt x="4050000" y="8100000"/>
                </a:lnTo>
                <a:cubicBezTo>
                  <a:pt x="1813247" y="8100000"/>
                  <a:pt x="0" y="6286753"/>
                  <a:pt x="0" y="4050000"/>
                </a:cubicBezTo>
                <a:cubicBezTo>
                  <a:pt x="0" y="1813247"/>
                  <a:pt x="1813247" y="0"/>
                  <a:pt x="4050000" y="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84" name="Freeform 183"/>
          <p:cNvSpPr>
            <a:spLocks noChangeAspect="1"/>
          </p:cNvSpPr>
          <p:nvPr userDrawn="1"/>
        </p:nvSpPr>
        <p:spPr>
          <a:xfrm>
            <a:off x="2096000" y="1661863"/>
            <a:ext cx="1755000" cy="3510000"/>
          </a:xfrm>
          <a:custGeom>
            <a:avLst/>
            <a:gdLst>
              <a:gd name="connsiteX0" fmla="*/ 3510000 w 3510000"/>
              <a:gd name="connsiteY0" fmla="*/ 0 h 7020000"/>
              <a:gd name="connsiteX1" fmla="*/ 3510000 w 3510000"/>
              <a:gd name="connsiteY1" fmla="*/ 360310 h 7020000"/>
              <a:gd name="connsiteX2" fmla="*/ 3503862 w 3510000"/>
              <a:gd name="connsiteY2" fmla="*/ 360000 h 7020000"/>
              <a:gd name="connsiteX3" fmla="*/ 353863 w 3510000"/>
              <a:gd name="connsiteY3" fmla="*/ 3510000 h 7020000"/>
              <a:gd name="connsiteX4" fmla="*/ 3503862 w 3510000"/>
              <a:gd name="connsiteY4" fmla="*/ 6660000 h 7020000"/>
              <a:gd name="connsiteX5" fmla="*/ 3510000 w 3510000"/>
              <a:gd name="connsiteY5" fmla="*/ 6659690 h 7020000"/>
              <a:gd name="connsiteX6" fmla="*/ 3510000 w 3510000"/>
              <a:gd name="connsiteY6" fmla="*/ 7020000 h 7020000"/>
              <a:gd name="connsiteX7" fmla="*/ 0 w 3510000"/>
              <a:gd name="connsiteY7" fmla="*/ 3510000 h 7020000"/>
              <a:gd name="connsiteX8" fmla="*/ 3510000 w 3510000"/>
              <a:gd name="connsiteY8" fmla="*/ 0 h 70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10000" h="7020000">
                <a:moveTo>
                  <a:pt x="3510000" y="0"/>
                </a:moveTo>
                <a:lnTo>
                  <a:pt x="3510000" y="360310"/>
                </a:lnTo>
                <a:lnTo>
                  <a:pt x="3503862" y="360000"/>
                </a:lnTo>
                <a:cubicBezTo>
                  <a:pt x="1764165" y="360000"/>
                  <a:pt x="353863" y="1770304"/>
                  <a:pt x="353863" y="3510000"/>
                </a:cubicBezTo>
                <a:cubicBezTo>
                  <a:pt x="353863" y="5249697"/>
                  <a:pt x="1764165" y="6660000"/>
                  <a:pt x="3503862" y="6660000"/>
                </a:cubicBezTo>
                <a:lnTo>
                  <a:pt x="3510000" y="6659690"/>
                </a:lnTo>
                <a:lnTo>
                  <a:pt x="3510000" y="7020000"/>
                </a:lnTo>
                <a:cubicBezTo>
                  <a:pt x="1571481" y="7020000"/>
                  <a:pt x="0" y="5448519"/>
                  <a:pt x="0" y="3510000"/>
                </a:cubicBezTo>
                <a:cubicBezTo>
                  <a:pt x="0" y="1571482"/>
                  <a:pt x="1571481" y="0"/>
                  <a:pt x="3510000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82" name="Freeform 181"/>
          <p:cNvSpPr>
            <a:spLocks noChangeAspect="1"/>
          </p:cNvSpPr>
          <p:nvPr userDrawn="1"/>
        </p:nvSpPr>
        <p:spPr>
          <a:xfrm>
            <a:off x="2366000" y="1931155"/>
            <a:ext cx="1485000" cy="2970000"/>
          </a:xfrm>
          <a:custGeom>
            <a:avLst/>
            <a:gdLst>
              <a:gd name="connsiteX0" fmla="*/ 2970000 w 2970000"/>
              <a:gd name="connsiteY0" fmla="*/ 0 h 5940000"/>
              <a:gd name="connsiteX1" fmla="*/ 2970000 w 2970000"/>
              <a:gd name="connsiteY1" fmla="*/ 360000 h 5940000"/>
              <a:gd name="connsiteX2" fmla="*/ 360001 w 2970000"/>
              <a:gd name="connsiteY2" fmla="*/ 2970000 h 5940000"/>
              <a:gd name="connsiteX3" fmla="*/ 2970000 w 2970000"/>
              <a:gd name="connsiteY3" fmla="*/ 5580000 h 5940000"/>
              <a:gd name="connsiteX4" fmla="*/ 2970000 w 2970000"/>
              <a:gd name="connsiteY4" fmla="*/ 5940000 h 5940000"/>
              <a:gd name="connsiteX5" fmla="*/ 0 w 2970000"/>
              <a:gd name="connsiteY5" fmla="*/ 2970000 h 5940000"/>
              <a:gd name="connsiteX6" fmla="*/ 2970000 w 2970000"/>
              <a:gd name="connsiteY6" fmla="*/ 0 h 59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70000" h="5940000">
                <a:moveTo>
                  <a:pt x="2970000" y="0"/>
                </a:moveTo>
                <a:lnTo>
                  <a:pt x="2970000" y="360000"/>
                </a:lnTo>
                <a:cubicBezTo>
                  <a:pt x="1528537" y="360000"/>
                  <a:pt x="360001" y="1528537"/>
                  <a:pt x="360001" y="2970000"/>
                </a:cubicBezTo>
                <a:cubicBezTo>
                  <a:pt x="360001" y="4411463"/>
                  <a:pt x="1528537" y="5580000"/>
                  <a:pt x="2970000" y="5580000"/>
                </a:cubicBezTo>
                <a:lnTo>
                  <a:pt x="2970000" y="5940000"/>
                </a:lnTo>
                <a:cubicBezTo>
                  <a:pt x="1329714" y="5940000"/>
                  <a:pt x="0" y="4610286"/>
                  <a:pt x="0" y="2970000"/>
                </a:cubicBezTo>
                <a:cubicBezTo>
                  <a:pt x="0" y="1329715"/>
                  <a:pt x="1329714" y="0"/>
                  <a:pt x="2970000" y="0"/>
                </a:cubicBez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94" name="Text Placeholder 654"/>
          <p:cNvSpPr>
            <a:spLocks noGrp="1"/>
          </p:cNvSpPr>
          <p:nvPr>
            <p:ph type="body" sz="quarter" idx="141"/>
          </p:nvPr>
        </p:nvSpPr>
        <p:spPr>
          <a:xfrm>
            <a:off x="3851000" y="1931155"/>
            <a:ext cx="2245000" cy="180000"/>
          </a:xfrm>
          <a:custGeom>
            <a:avLst/>
            <a:gdLst>
              <a:gd name="connsiteX0" fmla="*/ 0 w 6096010"/>
              <a:gd name="connsiteY0" fmla="*/ 0 h 13715914"/>
              <a:gd name="connsiteX1" fmla="*/ 6096010 w 6096010"/>
              <a:gd name="connsiteY1" fmla="*/ 0 h 13715914"/>
              <a:gd name="connsiteX2" fmla="*/ 6096010 w 6096010"/>
              <a:gd name="connsiteY2" fmla="*/ 13715914 h 13715914"/>
              <a:gd name="connsiteX3" fmla="*/ 0 w 6096010"/>
              <a:gd name="connsiteY3" fmla="*/ 13715914 h 1371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10" h="13715914">
                <a:moveTo>
                  <a:pt x="0" y="0"/>
                </a:moveTo>
                <a:lnTo>
                  <a:pt x="6096010" y="0"/>
                </a:lnTo>
                <a:lnTo>
                  <a:pt x="6096010" y="13715914"/>
                </a:lnTo>
                <a:lnTo>
                  <a:pt x="0" y="13715914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1200" spc="0" baseline="0" dirty="0">
                <a:noFill/>
                <a:ea typeface="Work Sans"/>
                <a:cs typeface="Work Sans"/>
              </a:defRPr>
            </a:lvl1pPr>
          </a:lstStyle>
          <a:p>
            <a:pPr lvl="0" defTabSz="914400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195" name="Текст 7"/>
          <p:cNvSpPr>
            <a:spLocks noGrp="1"/>
          </p:cNvSpPr>
          <p:nvPr>
            <p:ph type="body" sz="quarter" idx="152" hasCustomPrompt="1"/>
          </p:nvPr>
        </p:nvSpPr>
        <p:spPr>
          <a:xfrm>
            <a:off x="4608287" y="2286347"/>
            <a:ext cx="955676" cy="352592"/>
          </a:xfrm>
          <a:prstGeom prst="rect">
            <a:avLst/>
          </a:prstGeom>
        </p:spPr>
        <p:txBody>
          <a:bodyPr lIns="121917" tIns="0" rIns="121917" bIns="60958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900" b="0" i="0" spc="0" baseline="0" smtClean="0">
                <a:solidFill>
                  <a:schemeClr val="tx1">
                    <a:lumMod val="95000"/>
                    <a:lumOff val="5000"/>
                    <a:alpha val="40000"/>
                  </a:schemeClr>
                </a:solidFill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Small Caption here</a:t>
            </a:r>
            <a:endParaRPr lang="en-US" dirty="0"/>
          </a:p>
        </p:txBody>
      </p:sp>
      <p:sp>
        <p:nvSpPr>
          <p:cNvPr id="196" name="Text Placeholder 654"/>
          <p:cNvSpPr>
            <a:spLocks noGrp="1"/>
          </p:cNvSpPr>
          <p:nvPr>
            <p:ph type="body" sz="quarter" idx="153"/>
          </p:nvPr>
        </p:nvSpPr>
        <p:spPr>
          <a:xfrm>
            <a:off x="3851000" y="1661863"/>
            <a:ext cx="4277000" cy="180000"/>
          </a:xfrm>
          <a:custGeom>
            <a:avLst/>
            <a:gdLst>
              <a:gd name="connsiteX0" fmla="*/ 0 w 6096010"/>
              <a:gd name="connsiteY0" fmla="*/ 0 h 13715914"/>
              <a:gd name="connsiteX1" fmla="*/ 6096010 w 6096010"/>
              <a:gd name="connsiteY1" fmla="*/ 0 h 13715914"/>
              <a:gd name="connsiteX2" fmla="*/ 6096010 w 6096010"/>
              <a:gd name="connsiteY2" fmla="*/ 13715914 h 13715914"/>
              <a:gd name="connsiteX3" fmla="*/ 0 w 6096010"/>
              <a:gd name="connsiteY3" fmla="*/ 13715914 h 1371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10" h="13715914">
                <a:moveTo>
                  <a:pt x="0" y="0"/>
                </a:moveTo>
                <a:lnTo>
                  <a:pt x="6096010" y="0"/>
                </a:lnTo>
                <a:lnTo>
                  <a:pt x="6096010" y="13715914"/>
                </a:lnTo>
                <a:lnTo>
                  <a:pt x="0" y="13715914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1200" spc="0" baseline="0" dirty="0">
                <a:noFill/>
                <a:ea typeface="Work Sans"/>
                <a:cs typeface="Work Sans"/>
              </a:defRPr>
            </a:lvl1pPr>
          </a:lstStyle>
          <a:p>
            <a:pPr lvl="0" defTabSz="914400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197" name="Text Placeholder 654"/>
          <p:cNvSpPr>
            <a:spLocks noGrp="1"/>
          </p:cNvSpPr>
          <p:nvPr>
            <p:ph type="body" sz="quarter" idx="154"/>
          </p:nvPr>
        </p:nvSpPr>
        <p:spPr>
          <a:xfrm>
            <a:off x="3851000" y="1391863"/>
            <a:ext cx="3261000" cy="179208"/>
          </a:xfrm>
          <a:custGeom>
            <a:avLst/>
            <a:gdLst>
              <a:gd name="connsiteX0" fmla="*/ 0 w 6096010"/>
              <a:gd name="connsiteY0" fmla="*/ 0 h 13715914"/>
              <a:gd name="connsiteX1" fmla="*/ 6096010 w 6096010"/>
              <a:gd name="connsiteY1" fmla="*/ 0 h 13715914"/>
              <a:gd name="connsiteX2" fmla="*/ 6096010 w 6096010"/>
              <a:gd name="connsiteY2" fmla="*/ 13715914 h 13715914"/>
              <a:gd name="connsiteX3" fmla="*/ 0 w 6096010"/>
              <a:gd name="connsiteY3" fmla="*/ 13715914 h 1371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10" h="13715914">
                <a:moveTo>
                  <a:pt x="0" y="0"/>
                </a:moveTo>
                <a:lnTo>
                  <a:pt x="6096010" y="0"/>
                </a:lnTo>
                <a:lnTo>
                  <a:pt x="6096010" y="13715914"/>
                </a:lnTo>
                <a:lnTo>
                  <a:pt x="0" y="13715914"/>
                </a:lnTo>
                <a:close/>
              </a:path>
            </a:pathLst>
          </a:custGeom>
          <a:solidFill>
            <a:schemeClr val="tx2"/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1200" spc="0" baseline="0" dirty="0">
                <a:noFill/>
                <a:ea typeface="Work Sans"/>
                <a:cs typeface="Work Sans"/>
              </a:defRPr>
            </a:lvl1pPr>
          </a:lstStyle>
          <a:p>
            <a:pPr lvl="0" defTabSz="914400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198" name="Text Placeholder 654"/>
          <p:cNvSpPr>
            <a:spLocks noGrp="1"/>
          </p:cNvSpPr>
          <p:nvPr>
            <p:ph type="body" sz="quarter" idx="155"/>
          </p:nvPr>
        </p:nvSpPr>
        <p:spPr>
          <a:xfrm>
            <a:off x="3851000" y="1121863"/>
            <a:ext cx="5293000" cy="179208"/>
          </a:xfrm>
          <a:custGeom>
            <a:avLst/>
            <a:gdLst>
              <a:gd name="connsiteX0" fmla="*/ 0 w 6096010"/>
              <a:gd name="connsiteY0" fmla="*/ 0 h 13715914"/>
              <a:gd name="connsiteX1" fmla="*/ 6096010 w 6096010"/>
              <a:gd name="connsiteY1" fmla="*/ 0 h 13715914"/>
              <a:gd name="connsiteX2" fmla="*/ 6096010 w 6096010"/>
              <a:gd name="connsiteY2" fmla="*/ 13715914 h 13715914"/>
              <a:gd name="connsiteX3" fmla="*/ 0 w 6096010"/>
              <a:gd name="connsiteY3" fmla="*/ 13715914 h 1371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10" h="13715914">
                <a:moveTo>
                  <a:pt x="0" y="0"/>
                </a:moveTo>
                <a:lnTo>
                  <a:pt x="6096010" y="0"/>
                </a:lnTo>
                <a:lnTo>
                  <a:pt x="6096010" y="13715914"/>
                </a:lnTo>
                <a:lnTo>
                  <a:pt x="0" y="13715914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1200" spc="0" baseline="0" dirty="0">
                <a:noFill/>
                <a:ea typeface="Work Sans"/>
                <a:cs typeface="Work Sans"/>
              </a:defRPr>
            </a:lvl1pPr>
          </a:lstStyle>
          <a:p>
            <a:pPr lvl="0" defTabSz="914400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199" name="Text Placeholder 654"/>
          <p:cNvSpPr>
            <a:spLocks noGrp="1"/>
          </p:cNvSpPr>
          <p:nvPr>
            <p:ph type="body" sz="quarter" idx="156"/>
          </p:nvPr>
        </p:nvSpPr>
        <p:spPr>
          <a:xfrm>
            <a:off x="3851001" y="851821"/>
            <a:ext cx="3776257" cy="180000"/>
          </a:xfrm>
          <a:custGeom>
            <a:avLst/>
            <a:gdLst>
              <a:gd name="connsiteX0" fmla="*/ 0 w 6096010"/>
              <a:gd name="connsiteY0" fmla="*/ 0 h 13715914"/>
              <a:gd name="connsiteX1" fmla="*/ 6096010 w 6096010"/>
              <a:gd name="connsiteY1" fmla="*/ 0 h 13715914"/>
              <a:gd name="connsiteX2" fmla="*/ 6096010 w 6096010"/>
              <a:gd name="connsiteY2" fmla="*/ 13715914 h 13715914"/>
              <a:gd name="connsiteX3" fmla="*/ 0 w 6096010"/>
              <a:gd name="connsiteY3" fmla="*/ 13715914 h 1371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10" h="13715914">
                <a:moveTo>
                  <a:pt x="0" y="0"/>
                </a:moveTo>
                <a:lnTo>
                  <a:pt x="6096010" y="0"/>
                </a:lnTo>
                <a:lnTo>
                  <a:pt x="6096010" y="13715914"/>
                </a:lnTo>
                <a:lnTo>
                  <a:pt x="0" y="13715914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1200" spc="0" baseline="0" dirty="0">
                <a:noFill/>
                <a:ea typeface="Work Sans"/>
                <a:cs typeface="Work Sans"/>
              </a:defRPr>
            </a:lvl1pPr>
          </a:lstStyle>
          <a:p>
            <a:pPr lvl="0" defTabSz="914400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200" name="Text Placeholder 654"/>
          <p:cNvSpPr>
            <a:spLocks noGrp="1"/>
          </p:cNvSpPr>
          <p:nvPr>
            <p:ph type="body" sz="quarter" idx="157"/>
          </p:nvPr>
        </p:nvSpPr>
        <p:spPr>
          <a:xfrm>
            <a:off x="3851002" y="581863"/>
            <a:ext cx="2745743" cy="180000"/>
          </a:xfrm>
          <a:custGeom>
            <a:avLst/>
            <a:gdLst>
              <a:gd name="connsiteX0" fmla="*/ 0 w 6096010"/>
              <a:gd name="connsiteY0" fmla="*/ 0 h 13715914"/>
              <a:gd name="connsiteX1" fmla="*/ 6096010 w 6096010"/>
              <a:gd name="connsiteY1" fmla="*/ 0 h 13715914"/>
              <a:gd name="connsiteX2" fmla="*/ 6096010 w 6096010"/>
              <a:gd name="connsiteY2" fmla="*/ 13715914 h 13715914"/>
              <a:gd name="connsiteX3" fmla="*/ 0 w 6096010"/>
              <a:gd name="connsiteY3" fmla="*/ 13715914 h 13715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10" h="13715914">
                <a:moveTo>
                  <a:pt x="0" y="0"/>
                </a:moveTo>
                <a:lnTo>
                  <a:pt x="6096010" y="0"/>
                </a:lnTo>
                <a:lnTo>
                  <a:pt x="6096010" y="13715914"/>
                </a:lnTo>
                <a:lnTo>
                  <a:pt x="0" y="13715914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 w="38100">
            <a:noFill/>
          </a:ln>
          <a:effectLst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1200" spc="0" baseline="0" dirty="0">
                <a:noFill/>
                <a:ea typeface="Work Sans"/>
                <a:cs typeface="Work Sans"/>
              </a:defRPr>
            </a:lvl1pPr>
          </a:lstStyle>
          <a:p>
            <a:pPr lvl="0" defTabSz="914400">
              <a:lnSpc>
                <a:spcPct val="150000"/>
              </a:lnSpc>
              <a:spcBef>
                <a:spcPts val="1000"/>
              </a:spcBef>
            </a:pPr>
            <a:endParaRPr lang="en-US" dirty="0"/>
          </a:p>
        </p:txBody>
      </p:sp>
      <p:sp>
        <p:nvSpPr>
          <p:cNvPr id="201" name="Текст 7"/>
          <p:cNvSpPr>
            <a:spLocks noGrp="1"/>
          </p:cNvSpPr>
          <p:nvPr>
            <p:ph type="body" sz="quarter" idx="158" hasCustomPrompt="1"/>
          </p:nvPr>
        </p:nvSpPr>
        <p:spPr>
          <a:xfrm>
            <a:off x="5624286" y="2286347"/>
            <a:ext cx="955676" cy="352592"/>
          </a:xfrm>
          <a:prstGeom prst="rect">
            <a:avLst/>
          </a:prstGeom>
        </p:spPr>
        <p:txBody>
          <a:bodyPr lIns="121917" tIns="0" rIns="121917" bIns="60958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900" b="0" i="0" spc="0" baseline="0" smtClean="0">
                <a:solidFill>
                  <a:schemeClr val="tx1">
                    <a:lumMod val="95000"/>
                    <a:lumOff val="5000"/>
                    <a:alpha val="40000"/>
                  </a:schemeClr>
                </a:solidFill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Small Caption here</a:t>
            </a:r>
            <a:endParaRPr lang="en-US" dirty="0"/>
          </a:p>
        </p:txBody>
      </p:sp>
      <p:sp>
        <p:nvSpPr>
          <p:cNvPr id="202" name="Текст 7"/>
          <p:cNvSpPr>
            <a:spLocks noGrp="1"/>
          </p:cNvSpPr>
          <p:nvPr>
            <p:ph type="body" sz="quarter" idx="159" hasCustomPrompt="1"/>
          </p:nvPr>
        </p:nvSpPr>
        <p:spPr>
          <a:xfrm>
            <a:off x="6635295" y="2286347"/>
            <a:ext cx="955676" cy="352592"/>
          </a:xfrm>
          <a:prstGeom prst="rect">
            <a:avLst/>
          </a:prstGeom>
        </p:spPr>
        <p:txBody>
          <a:bodyPr lIns="121917" tIns="0" rIns="121917" bIns="60958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900" b="0" i="0" spc="0" baseline="0" smtClean="0">
                <a:solidFill>
                  <a:schemeClr val="tx1">
                    <a:lumMod val="95000"/>
                    <a:lumOff val="5000"/>
                    <a:alpha val="40000"/>
                  </a:schemeClr>
                </a:solidFill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Small Caption here</a:t>
            </a:r>
            <a:endParaRPr lang="en-US" dirty="0"/>
          </a:p>
        </p:txBody>
      </p:sp>
      <p:sp>
        <p:nvSpPr>
          <p:cNvPr id="203" name="Текст 7"/>
          <p:cNvSpPr>
            <a:spLocks noGrp="1"/>
          </p:cNvSpPr>
          <p:nvPr>
            <p:ph type="body" sz="quarter" idx="160" hasCustomPrompt="1"/>
          </p:nvPr>
        </p:nvSpPr>
        <p:spPr>
          <a:xfrm>
            <a:off x="7656286" y="2286347"/>
            <a:ext cx="955676" cy="352592"/>
          </a:xfrm>
          <a:prstGeom prst="rect">
            <a:avLst/>
          </a:prstGeom>
        </p:spPr>
        <p:txBody>
          <a:bodyPr lIns="121917" tIns="0" rIns="121917" bIns="60958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900" b="0" i="0" spc="0" baseline="0" smtClean="0">
                <a:solidFill>
                  <a:schemeClr val="tx1">
                    <a:lumMod val="95000"/>
                    <a:lumOff val="5000"/>
                    <a:alpha val="40000"/>
                  </a:schemeClr>
                </a:solidFill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Small Caption here</a:t>
            </a:r>
            <a:endParaRPr lang="en-US" dirty="0"/>
          </a:p>
        </p:txBody>
      </p:sp>
      <p:sp>
        <p:nvSpPr>
          <p:cNvPr id="204" name="Текст 7"/>
          <p:cNvSpPr>
            <a:spLocks noGrp="1"/>
          </p:cNvSpPr>
          <p:nvPr>
            <p:ph type="body" sz="quarter" idx="161" hasCustomPrompt="1"/>
          </p:nvPr>
        </p:nvSpPr>
        <p:spPr>
          <a:xfrm>
            <a:off x="8671154" y="2286347"/>
            <a:ext cx="955676" cy="352592"/>
          </a:xfrm>
          <a:prstGeom prst="rect">
            <a:avLst/>
          </a:prstGeom>
        </p:spPr>
        <p:txBody>
          <a:bodyPr lIns="121917" tIns="0" rIns="121917" bIns="60958"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lang="en-US" sz="900" b="0" i="0" spc="0" baseline="0" smtClean="0">
                <a:solidFill>
                  <a:schemeClr val="tx1">
                    <a:lumMod val="95000"/>
                    <a:lumOff val="5000"/>
                    <a:alpha val="40000"/>
                  </a:schemeClr>
                </a:solidFill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Small Caption here</a:t>
            </a:r>
            <a:endParaRPr lang="en-US" dirty="0"/>
          </a:p>
        </p:txBody>
      </p:sp>
      <p:sp>
        <p:nvSpPr>
          <p:cNvPr id="205" name="Shape 17"/>
          <p:cNvSpPr>
            <a:spLocks noGrp="1"/>
          </p:cNvSpPr>
          <p:nvPr>
            <p:ph type="body" sz="quarter" idx="147" hasCustomPrompt="1"/>
          </p:nvPr>
        </p:nvSpPr>
        <p:spPr>
          <a:xfrm>
            <a:off x="4064002" y="4693921"/>
            <a:ext cx="1935805" cy="23390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H3 TITLE HERE</a:t>
            </a:r>
            <a:endParaRPr lang="nl-NL" dirty="0"/>
          </a:p>
        </p:txBody>
      </p:sp>
      <p:sp>
        <p:nvSpPr>
          <p:cNvPr id="365" name="Shape 17"/>
          <p:cNvSpPr>
            <a:spLocks noGrp="1"/>
          </p:cNvSpPr>
          <p:nvPr>
            <p:ph type="body" sz="quarter" idx="162" hasCustomPrompt="1"/>
          </p:nvPr>
        </p:nvSpPr>
        <p:spPr>
          <a:xfrm>
            <a:off x="4064000" y="4966550"/>
            <a:ext cx="1935805" cy="23390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H3 TITLE HERE</a:t>
            </a:r>
            <a:endParaRPr lang="nl-NL" dirty="0"/>
          </a:p>
        </p:txBody>
      </p:sp>
      <p:sp>
        <p:nvSpPr>
          <p:cNvPr id="366" name="Shape 17"/>
          <p:cNvSpPr>
            <a:spLocks noGrp="1"/>
          </p:cNvSpPr>
          <p:nvPr>
            <p:ph type="body" sz="quarter" idx="163" hasCustomPrompt="1"/>
          </p:nvPr>
        </p:nvSpPr>
        <p:spPr>
          <a:xfrm>
            <a:off x="4064000" y="5239178"/>
            <a:ext cx="1935805" cy="23390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H3 TITLE HERE</a:t>
            </a:r>
            <a:endParaRPr lang="nl-NL" dirty="0"/>
          </a:p>
        </p:txBody>
      </p:sp>
      <p:sp>
        <p:nvSpPr>
          <p:cNvPr id="367" name="Shape 17"/>
          <p:cNvSpPr>
            <a:spLocks noGrp="1"/>
          </p:cNvSpPr>
          <p:nvPr>
            <p:ph type="body" sz="quarter" idx="164" hasCustomPrompt="1"/>
          </p:nvPr>
        </p:nvSpPr>
        <p:spPr>
          <a:xfrm>
            <a:off x="4064000" y="5511808"/>
            <a:ext cx="1935805" cy="23390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H3 TITLE HERE</a:t>
            </a:r>
            <a:endParaRPr lang="nl-NL" dirty="0"/>
          </a:p>
        </p:txBody>
      </p:sp>
      <p:sp>
        <p:nvSpPr>
          <p:cNvPr id="368" name="Shape 17"/>
          <p:cNvSpPr>
            <a:spLocks noGrp="1"/>
          </p:cNvSpPr>
          <p:nvPr>
            <p:ph type="body" sz="quarter" idx="165" hasCustomPrompt="1"/>
          </p:nvPr>
        </p:nvSpPr>
        <p:spPr>
          <a:xfrm>
            <a:off x="4064000" y="5784436"/>
            <a:ext cx="1935805" cy="23390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H3 TITLE HERE</a:t>
            </a:r>
            <a:endParaRPr lang="nl-NL" dirty="0"/>
          </a:p>
        </p:txBody>
      </p:sp>
      <p:sp>
        <p:nvSpPr>
          <p:cNvPr id="369" name="Shape 17"/>
          <p:cNvSpPr>
            <a:spLocks noGrp="1"/>
          </p:cNvSpPr>
          <p:nvPr>
            <p:ph type="body" sz="quarter" idx="166" hasCustomPrompt="1"/>
          </p:nvPr>
        </p:nvSpPr>
        <p:spPr>
          <a:xfrm>
            <a:off x="4064000" y="6057064"/>
            <a:ext cx="1935805" cy="23390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1600" b="0" kern="600" spc="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H3 TITLE HERE</a:t>
            </a:r>
            <a:endParaRPr lang="nl-NL" dirty="0"/>
          </a:p>
        </p:txBody>
      </p:sp>
      <p:sp>
        <p:nvSpPr>
          <p:cNvPr id="370" name="Shape 41"/>
          <p:cNvSpPr>
            <a:spLocks noGrp="1"/>
          </p:cNvSpPr>
          <p:nvPr>
            <p:ph type="body" sz="quarter" idx="167" hasCustomPrompt="1"/>
          </p:nvPr>
        </p:nvSpPr>
        <p:spPr>
          <a:xfrm>
            <a:off x="6113693" y="4692829"/>
            <a:ext cx="5062307" cy="1592415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algn="l" defTabSz="914400">
              <a:lnSpc>
                <a:spcPct val="150000"/>
              </a:lnSpc>
              <a:spcBef>
                <a:spcPts val="1000"/>
              </a:spcBef>
              <a:defRPr sz="1200" spc="0" baseline="0">
                <a:solidFill>
                  <a:schemeClr val="tx1">
                    <a:alpha val="80000"/>
                  </a:schemeClr>
                </a:solidFill>
                <a:latin typeface="+mn-lt"/>
                <a:ea typeface="Work Sans"/>
                <a:cs typeface="Work Sans"/>
                <a:sym typeface="Work Sans"/>
              </a:defRPr>
            </a:lvl1pPr>
          </a:lstStyle>
          <a:p>
            <a:r>
              <a:rPr lang="en-US" dirty="0"/>
              <a:t>Write body text here</a:t>
            </a:r>
            <a:endParaRPr lang="en-US" dirty="0"/>
          </a:p>
        </p:txBody>
      </p:sp>
      <p:sp>
        <p:nvSpPr>
          <p:cNvPr id="535" name="Текст 7"/>
          <p:cNvSpPr>
            <a:spLocks noGrp="1"/>
          </p:cNvSpPr>
          <p:nvPr>
            <p:ph type="body" sz="quarter" idx="139" hasCustomPrompt="1"/>
          </p:nvPr>
        </p:nvSpPr>
        <p:spPr>
          <a:xfrm>
            <a:off x="6101970" y="2850031"/>
            <a:ext cx="5074031" cy="342303"/>
          </a:xfrm>
          <a:prstGeom prst="rect">
            <a:avLst/>
          </a:prstGeom>
        </p:spPr>
        <p:txBody>
          <a:bodyPr lIns="121917" tIns="0" rIns="121917" bIns="60958" anchor="t">
            <a:noAutofit/>
          </a:bodyPr>
          <a:lstStyle>
            <a:lvl1pPr algn="l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1016" name="Shape 17"/>
          <p:cNvSpPr>
            <a:spLocks noGrp="1"/>
          </p:cNvSpPr>
          <p:nvPr>
            <p:ph type="body" sz="quarter" idx="142" hasCustomPrompt="1"/>
          </p:nvPr>
        </p:nvSpPr>
        <p:spPr>
          <a:xfrm>
            <a:off x="6096002" y="3192334"/>
            <a:ext cx="5079999" cy="1299265"/>
          </a:xfrm>
          <a:prstGeom prst="rect">
            <a:avLst/>
          </a:prstGeom>
        </p:spPr>
        <p:txBody>
          <a:bodyPr wrap="square" lIns="0" tIns="0" rIns="0" bIns="0" anchor="b" anchorCtr="0">
            <a:normAutofit/>
          </a:bodyPr>
          <a:lstStyle>
            <a:lvl1pPr algn="l" defTabSz="914400">
              <a:lnSpc>
                <a:spcPct val="100000"/>
              </a:lnSpc>
              <a:spcBef>
                <a:spcPts val="0"/>
              </a:spcBef>
              <a:defRPr sz="4800" b="1" spc="-100" baseline="0">
                <a:solidFill>
                  <a:schemeClr val="tx1"/>
                </a:solidFill>
                <a:latin typeface="+mj-lt"/>
                <a:ea typeface="Work Sans"/>
                <a:cs typeface="Work Sans"/>
                <a:sym typeface="Work Sans"/>
              </a:defRPr>
            </a:lvl1pPr>
          </a:lstStyle>
          <a:p>
            <a:r>
              <a:rPr lang="nl-NL" dirty="0"/>
              <a:t>H2 Title here</a:t>
            </a:r>
            <a:endParaRPr lang="nl-NL" dirty="0"/>
          </a:p>
        </p:txBody>
      </p:sp>
      <p:sp>
        <p:nvSpPr>
          <p:cNvPr id="30" name="Shape 58"/>
          <p:cNvSpPr>
            <a:spLocks noGrp="1"/>
          </p:cNvSpPr>
          <p:nvPr>
            <p:ph type="sldNum" sz="quarter" idx="2"/>
          </p:nvPr>
        </p:nvSpPr>
        <p:spPr>
          <a:xfrm>
            <a:off x="0" y="6285244"/>
            <a:ext cx="1016000" cy="572715"/>
          </a:xfrm>
          <a:prstGeom prst="rect">
            <a:avLst/>
          </a:prstGeom>
        </p:spPr>
        <p:txBody>
          <a:bodyPr lIns="121917" tIns="60958" rIns="121917" bIns="60958" anchor="ctr" anchorCtr="0"/>
          <a:lstStyle>
            <a:lvl1pPr algn="ctr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fld id="{86CB4B4D-7CA3-9044-876B-883B54F8677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0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7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1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1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10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10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7_Devic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2_Infographic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91_Infographi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94_Content with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_SWO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lIns="121917" tIns="60958" rIns="121917" bIns="60958"/>
          <a:lstStyle/>
          <a:p>
            <a:fld id="{B39EC24E-3E67-4479-BC9E-AA3AC6EE25F4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 advClick="0" advTm="5000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3_Content with Chart">
    <p:bg>
      <p:bgPr>
        <a:gradFill>
          <a:gsLst>
            <a:gs pos="40000">
              <a:schemeClr val="tx2">
                <a:lumMod val="60000"/>
                <a:lumOff val="40000"/>
              </a:schemeClr>
            </a:gs>
            <a:gs pos="0">
              <a:schemeClr val="tx2">
                <a:lumMod val="20000"/>
                <a:lumOff val="8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69_Content with Icon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Текст 7"/>
          <p:cNvSpPr>
            <a:spLocks noGrp="1"/>
          </p:cNvSpPr>
          <p:nvPr>
            <p:ph type="body" sz="quarter" idx="159" hasCustomPrompt="1"/>
          </p:nvPr>
        </p:nvSpPr>
        <p:spPr>
          <a:xfrm>
            <a:off x="1225711" y="1048518"/>
            <a:ext cx="2097560" cy="2164785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660" name="Текст 7"/>
          <p:cNvSpPr>
            <a:spLocks noGrp="1"/>
          </p:cNvSpPr>
          <p:nvPr>
            <p:ph type="body" sz="quarter" idx="160" hasCustomPrompt="1"/>
          </p:nvPr>
        </p:nvSpPr>
        <p:spPr>
          <a:xfrm>
            <a:off x="3773984" y="1048518"/>
            <a:ext cx="2097560" cy="2164785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661" name="Текст 7"/>
          <p:cNvSpPr>
            <a:spLocks noGrp="1"/>
          </p:cNvSpPr>
          <p:nvPr>
            <p:ph type="body" sz="quarter" idx="161" hasCustomPrompt="1"/>
          </p:nvPr>
        </p:nvSpPr>
        <p:spPr>
          <a:xfrm>
            <a:off x="6313235" y="1048518"/>
            <a:ext cx="2097560" cy="2168853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662" name="Текст 7"/>
          <p:cNvSpPr>
            <a:spLocks noGrp="1"/>
          </p:cNvSpPr>
          <p:nvPr>
            <p:ph type="body" sz="quarter" idx="162" hasCustomPrompt="1"/>
          </p:nvPr>
        </p:nvSpPr>
        <p:spPr>
          <a:xfrm>
            <a:off x="8856220" y="1048518"/>
            <a:ext cx="2097560" cy="2177764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181" name="Текст 7"/>
          <p:cNvSpPr>
            <a:spLocks noGrp="1"/>
          </p:cNvSpPr>
          <p:nvPr>
            <p:ph type="body" sz="quarter" idx="163" hasCustomPrompt="1"/>
          </p:nvPr>
        </p:nvSpPr>
        <p:spPr>
          <a:xfrm>
            <a:off x="1225711" y="3610949"/>
            <a:ext cx="2097560" cy="2164785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182" name="Текст 7"/>
          <p:cNvSpPr>
            <a:spLocks noGrp="1"/>
          </p:cNvSpPr>
          <p:nvPr>
            <p:ph type="body" sz="quarter" idx="164" hasCustomPrompt="1"/>
          </p:nvPr>
        </p:nvSpPr>
        <p:spPr>
          <a:xfrm>
            <a:off x="3773984" y="3610949"/>
            <a:ext cx="2097560" cy="2164785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183" name="Текст 7"/>
          <p:cNvSpPr>
            <a:spLocks noGrp="1"/>
          </p:cNvSpPr>
          <p:nvPr>
            <p:ph type="body" sz="quarter" idx="165" hasCustomPrompt="1"/>
          </p:nvPr>
        </p:nvSpPr>
        <p:spPr>
          <a:xfrm>
            <a:off x="6313235" y="3610948"/>
            <a:ext cx="2097560" cy="2168853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184" name="Текст 7"/>
          <p:cNvSpPr>
            <a:spLocks noGrp="1"/>
          </p:cNvSpPr>
          <p:nvPr>
            <p:ph type="body" sz="quarter" idx="166" hasCustomPrompt="1"/>
          </p:nvPr>
        </p:nvSpPr>
        <p:spPr>
          <a:xfrm>
            <a:off x="8856220" y="3610949"/>
            <a:ext cx="2097560" cy="2177764"/>
          </a:xfrm>
          <a:prstGeom prst="rect">
            <a:avLst/>
          </a:prstGeom>
          <a:solidFill>
            <a:schemeClr val="bg1"/>
          </a:solidFill>
          <a:effectLst>
            <a:outerShdw blurRad="1270000" dist="889000" dir="3000000" algn="tl" rotWithShape="0">
              <a:schemeClr val="tx2">
                <a:lumMod val="50000"/>
                <a:alpha val="40000"/>
              </a:schemeClr>
            </a:outerShdw>
          </a:effectLst>
        </p:spPr>
        <p:txBody>
          <a:bodyPr lIns="179996" tIns="0" rIns="179996" bIns="143996" anchor="b" anchorCtr="0">
            <a:noAutofit/>
          </a:bodyPr>
          <a:lstStyle>
            <a:lvl1pPr algn="ctr">
              <a:lnSpc>
                <a:spcPct val="150000"/>
              </a:lnSpc>
              <a:spcBef>
                <a:spcPts val="0"/>
              </a:spcBef>
              <a:defRPr lang="en-US" sz="1100" b="0" i="0" spc="200" baseline="0" smtClean="0">
                <a:effectLst/>
                <a:latin typeface="+mn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r>
              <a:rPr lang="en-US" dirty="0"/>
              <a:t>WRITE CAPTION HERE</a:t>
            </a:r>
            <a:endParaRPr lang="en-US" dirty="0"/>
          </a:p>
        </p:txBody>
      </p:sp>
      <p:sp>
        <p:nvSpPr>
          <p:cNvPr id="10" name="Shape 58"/>
          <p:cNvSpPr>
            <a:spLocks noGrp="1"/>
          </p:cNvSpPr>
          <p:nvPr>
            <p:ph type="sldNum" sz="quarter" idx="2"/>
          </p:nvPr>
        </p:nvSpPr>
        <p:spPr>
          <a:xfrm>
            <a:off x="0" y="6285243"/>
            <a:ext cx="1016000" cy="572715"/>
          </a:xfrm>
          <a:prstGeom prst="rect">
            <a:avLst/>
          </a:prstGeom>
        </p:spPr>
        <p:txBody>
          <a:bodyPr lIns="121917" tIns="60958" rIns="121917" bIns="60958" anchor="ctr" anchorCtr="0"/>
          <a:lstStyle>
            <a:lvl1pPr algn="ctr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fld id="{86CB4B4D-7CA3-9044-876B-883B54F8677D}" type="slidenum">
              <a:rPr lang="uk-UA" smtClean="0"/>
            </a:fld>
            <a:endParaRPr lang="uk-UA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704850" y="2657474"/>
            <a:ext cx="7438597" cy="147404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4000"/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 hasCustomPrompt="1"/>
          </p:nvPr>
        </p:nvSpPr>
        <p:spPr>
          <a:xfrm>
            <a:off x="704850" y="4257247"/>
            <a:ext cx="7438597" cy="425243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marL="0" indent="0" algn="l">
              <a:buNone/>
              <a:defRPr sz="2000"/>
            </a:lvl1pPr>
          </a:lstStyle>
          <a:p>
            <a:pPr lvl="0"/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704850" y="5934771"/>
            <a:ext cx="2061210" cy="31087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200" dirty="0">
                <a:solidFill>
                  <a:schemeClr val="bg1">
                    <a:lumMod val="85000"/>
                    <a:alpha val="60000"/>
                  </a:schemeClr>
                </a:solidFill>
              </a:rPr>
              <a:t>www.islide.cc</a:t>
            </a:r>
            <a:endParaRPr lang="en-US" altLang="en-US" sz="1200" dirty="0">
              <a:solidFill>
                <a:schemeClr val="bg1">
                  <a:lumMod val="85000"/>
                  <a:alpha val="60000"/>
                </a:schemeClr>
              </a:solidFill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9" hasCustomPrompt="1"/>
          </p:nvPr>
        </p:nvSpPr>
        <p:spPr>
          <a:xfrm>
            <a:off x="8721090" y="5926511"/>
            <a:ext cx="2747010" cy="29627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zh-CN" sz="1200" dirty="0">
                <a:solidFill>
                  <a:schemeClr val="bg1">
                    <a:lumMod val="85000"/>
                    <a:alpha val="60000"/>
                  </a:schemeClr>
                </a:solidFill>
              </a:rPr>
              <a:t>Speaker name and title</a:t>
            </a:r>
            <a:endParaRPr lang="en-US" altLang="zh-CN" sz="1200" dirty="0">
              <a:solidFill>
                <a:schemeClr val="bg1">
                  <a:lumMod val="85000"/>
                  <a:alpha val="60000"/>
                </a:schemeClr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0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0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0">
    <p:fade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 advClick="0" advTm="0"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 spd="slow" advClick="0" advTm="0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tx2">
                <a:lumMod val="60000"/>
                <a:lumOff val="40000"/>
                <a:alpha val="57000"/>
              </a:schemeClr>
            </a:gs>
            <a:gs pos="0">
              <a:schemeClr val="tx2">
                <a:lumMod val="20000"/>
                <a:lumOff val="80000"/>
                <a:alpha val="0"/>
              </a:schemeClr>
            </a:gs>
          </a:gsLst>
          <a:lin ang="0" scaled="0"/>
        </a:gradFill>
        <a:effectLst/>
      </p:bgPr>
    </p:bg>
    <p:spTree>
      <p:nvGrpSpPr>
        <p:cNvPr id="1" name="iṥļïd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877674" y="1306125"/>
            <a:ext cx="6388221" cy="3819942"/>
            <a:chOff x="2877674" y="1306125"/>
            <a:chExt cx="6388221" cy="3819942"/>
          </a:xfrm>
        </p:grpSpPr>
        <p:sp>
          <p:nvSpPr>
            <p:cNvPr id="12" name="îṡḻîdè"/>
            <p:cNvSpPr/>
            <p:nvPr userDrawn="1"/>
          </p:nvSpPr>
          <p:spPr>
            <a:xfrm rot="5772073">
              <a:off x="5493995" y="1306125"/>
              <a:ext cx="3771900" cy="3771900"/>
            </a:xfrm>
            <a:prstGeom prst="ellips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28294">
                  <a:schemeClr val="accent1">
                    <a:lumMod val="60000"/>
                    <a:lumOff val="40000"/>
                    <a:alpha val="61000"/>
                  </a:schemeClr>
                </a:gs>
                <a:gs pos="94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îsḻíḍe"/>
            <p:cNvSpPr/>
            <p:nvPr userDrawn="1"/>
          </p:nvSpPr>
          <p:spPr>
            <a:xfrm rot="17450176">
              <a:off x="2877674" y="1354167"/>
              <a:ext cx="3771900" cy="3771900"/>
            </a:xfrm>
            <a:prstGeom prst="ellips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28294">
                  <a:schemeClr val="accent1">
                    <a:lumMod val="60000"/>
                    <a:lumOff val="40000"/>
                    <a:alpha val="41000"/>
                  </a:schemeClr>
                </a:gs>
                <a:gs pos="94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 rot="16819500">
            <a:off x="11217593" y="532827"/>
            <a:ext cx="501013" cy="501013"/>
            <a:chOff x="3738861" y="1313527"/>
            <a:chExt cx="3771900" cy="3771900"/>
          </a:xfrm>
        </p:grpSpPr>
        <p:sp>
          <p:nvSpPr>
            <p:cNvPr id="17" name="îS1ïḋe"/>
            <p:cNvSpPr/>
            <p:nvPr userDrawn="1"/>
          </p:nvSpPr>
          <p:spPr>
            <a:xfrm rot="6203470">
              <a:off x="3738861" y="1313527"/>
              <a:ext cx="3771900" cy="3771900"/>
            </a:xfrm>
            <a:prstGeom prst="ellipse">
              <a:avLst/>
            </a:prstGeom>
            <a:gradFill>
              <a:gsLst>
                <a:gs pos="65000">
                  <a:srgbClr val="D96D61">
                    <a:alpha val="31000"/>
                  </a:srgbClr>
                </a:gs>
                <a:gs pos="0">
                  <a:srgbClr val="D96D61">
                    <a:alpha val="0"/>
                  </a:srgbClr>
                </a:gs>
                <a:gs pos="100000">
                  <a:srgbClr val="D96D61">
                    <a:alpha val="56000"/>
                  </a:srgbClr>
                </a:gs>
              </a:gsLst>
              <a:lin ang="0" scaled="0"/>
            </a:gradFill>
            <a:ln>
              <a:noFill/>
            </a:ln>
            <a:effectLst>
              <a:glow rad="304800">
                <a:schemeClr val="accent1">
                  <a:alpha val="1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iślíḑè"/>
            <p:cNvSpPr/>
            <p:nvPr userDrawn="1"/>
          </p:nvSpPr>
          <p:spPr>
            <a:xfrm rot="6203470">
              <a:off x="3738861" y="1313527"/>
              <a:ext cx="3771900" cy="3771900"/>
            </a:xfrm>
            <a:prstGeom prst="ellips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28294">
                  <a:srgbClr val="E8414C">
                    <a:alpha val="10000"/>
                  </a:srgbClr>
                </a:gs>
                <a:gs pos="94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îSļîdé"/>
          <p:cNvSpPr>
            <a:spLocks noGrp="1"/>
          </p:cNvSpPr>
          <p:nvPr>
            <p:ph type="body" sz="quarter" idx="10"/>
          </p:nvPr>
        </p:nvSpPr>
        <p:spPr>
          <a:xfrm>
            <a:off x="1373408" y="2618550"/>
            <a:ext cx="9445184" cy="1474043"/>
          </a:xfrm>
        </p:spPr>
        <p:txBody>
          <a:bodyPr/>
          <a:lstStyle/>
          <a:p>
            <a:pPr algn="ctr"/>
            <a:r>
              <a:rPr lang="zh-CN" altLang="en-US" sz="6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嵌入式系统</a:t>
            </a:r>
            <a:endParaRPr lang="zh-CN" altLang="en-US" sz="6600" b="1" u="sng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algn="ctr"/>
            <a:r>
              <a:rPr lang="zh-CN" altLang="en-US" sz="6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在</a:t>
            </a:r>
            <a:r>
              <a:rPr lang="zh-CN" altLang="en-US" sz="6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共享单车中的</a:t>
            </a:r>
            <a:r>
              <a:rPr lang="zh-CN" altLang="en-US" sz="6600" b="1" u="sng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应用</a:t>
            </a:r>
            <a:endParaRPr lang="zh-CN" altLang="en-US" sz="6600" b="1" u="sng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íṣḻiďé"/>
          <p:cNvSpPr>
            <a:spLocks noGrp="1"/>
          </p:cNvSpPr>
          <p:nvPr>
            <p:ph type="body" sz="quarter" idx="4294967295"/>
          </p:nvPr>
        </p:nvSpPr>
        <p:spPr>
          <a:xfrm>
            <a:off x="4796155" y="5189855"/>
            <a:ext cx="2599690" cy="56515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2251654 </a:t>
            </a:r>
            <a:r>
              <a:rPr lang="zh-CN" alt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付宝莹</a:t>
            </a:r>
            <a:endParaRPr lang="zh-CN" altLang="en-US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9" name="iṣľîďe"/>
          <p:cNvSpPr>
            <a:spLocks noGrp="1"/>
          </p:cNvSpPr>
          <p:nvPr>
            <p:ph type="body" sz="quarter" idx="4294967295"/>
          </p:nvPr>
        </p:nvSpPr>
        <p:spPr>
          <a:xfrm>
            <a:off x="8721090" y="5926511"/>
            <a:ext cx="2747010" cy="29627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zh-CN" sz="1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TIME:2024.09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3000">
        <p14:gallery dir="l"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 rot="16200000">
            <a:off x="-1124334" y="1721098"/>
            <a:ext cx="5543967" cy="3415803"/>
            <a:chOff x="-379056" y="1311437"/>
            <a:chExt cx="6253842" cy="3853178"/>
          </a:xfrm>
        </p:grpSpPr>
        <p:sp>
          <p:nvSpPr>
            <p:cNvPr id="14" name="îs1iḍé"/>
            <p:cNvSpPr/>
            <p:nvPr userDrawn="1"/>
          </p:nvSpPr>
          <p:spPr>
            <a:xfrm rot="5772073">
              <a:off x="2102886" y="1311437"/>
              <a:ext cx="3771900" cy="3771900"/>
            </a:xfrm>
            <a:prstGeom prst="ellips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28294">
                  <a:schemeClr val="tx2">
                    <a:alpha val="45000"/>
                  </a:schemeClr>
                </a:gs>
                <a:gs pos="94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ïṧ1îḍê"/>
            <p:cNvSpPr/>
            <p:nvPr userDrawn="1"/>
          </p:nvSpPr>
          <p:spPr>
            <a:xfrm rot="17450176">
              <a:off x="-379056" y="1392715"/>
              <a:ext cx="3771900" cy="3771900"/>
            </a:xfrm>
            <a:prstGeom prst="ellipse">
              <a:avLst/>
            </a:prstGeom>
            <a:gradFill>
              <a:gsLst>
                <a:gs pos="0">
                  <a:schemeClr val="accent1">
                    <a:alpha val="0"/>
                  </a:schemeClr>
                </a:gs>
                <a:gs pos="28294">
                  <a:schemeClr val="tx2">
                    <a:alpha val="33000"/>
                  </a:schemeClr>
                </a:gs>
                <a:gs pos="94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Rectangle 166"/>
          <p:cNvSpPr/>
          <p:nvPr/>
        </p:nvSpPr>
        <p:spPr>
          <a:xfrm>
            <a:off x="1016000" y="0"/>
            <a:ext cx="11176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16" name="Oval 162"/>
          <p:cNvSpPr>
            <a:spLocks noChangeAspect="1"/>
          </p:cNvSpPr>
          <p:nvPr/>
        </p:nvSpPr>
        <p:spPr>
          <a:xfrm>
            <a:off x="1738630" y="2602522"/>
            <a:ext cx="2032000" cy="2032000"/>
          </a:xfrm>
          <a:prstGeom prst="ellipse">
            <a:avLst/>
          </a:prstGeom>
          <a:solidFill>
            <a:schemeClr val="tx2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500"/>
          </a:p>
        </p:txBody>
      </p:sp>
      <p:sp>
        <p:nvSpPr>
          <p:cNvPr id="17" name="Oval 163"/>
          <p:cNvSpPr>
            <a:spLocks noChangeAspect="1"/>
          </p:cNvSpPr>
          <p:nvPr/>
        </p:nvSpPr>
        <p:spPr>
          <a:xfrm>
            <a:off x="8446637" y="2186671"/>
            <a:ext cx="2863701" cy="2863701"/>
          </a:xfrm>
          <a:prstGeom prst="ellipse">
            <a:avLst/>
          </a:prstGeom>
          <a:solidFill>
            <a:schemeClr val="bg2">
              <a:lumMod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500"/>
          </a:p>
        </p:txBody>
      </p:sp>
      <p:sp>
        <p:nvSpPr>
          <p:cNvPr id="18" name="Oval 164"/>
          <p:cNvSpPr>
            <a:spLocks noChangeAspect="1"/>
          </p:cNvSpPr>
          <p:nvPr/>
        </p:nvSpPr>
        <p:spPr>
          <a:xfrm>
            <a:off x="6363604" y="2511052"/>
            <a:ext cx="2214943" cy="2214943"/>
          </a:xfrm>
          <a:prstGeom prst="ellipse">
            <a:avLst/>
          </a:prstGeom>
          <a:solidFill>
            <a:schemeClr val="accent3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500"/>
          </a:p>
        </p:txBody>
      </p:sp>
      <p:sp>
        <p:nvSpPr>
          <p:cNvPr id="19" name="Oval 165"/>
          <p:cNvSpPr>
            <a:spLocks noChangeAspect="1"/>
          </p:cNvSpPr>
          <p:nvPr/>
        </p:nvSpPr>
        <p:spPr>
          <a:xfrm>
            <a:off x="3486399" y="1976272"/>
            <a:ext cx="3240000" cy="3240000"/>
          </a:xfrm>
          <a:prstGeom prst="ellips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50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729961" y="3278417"/>
            <a:ext cx="2032000" cy="566479"/>
          </a:xfrm>
          <a:prstGeom prst="rect">
            <a:avLst/>
          </a:prstGeom>
        </p:spPr>
        <p:txBody>
          <a:bodyPr lIns="121917" tIns="60958" rIns="121917" bIns="60958">
            <a:normAutofit/>
          </a:bodyPr>
          <a:lstStyle/>
          <a:p>
            <a:pPr marL="0" indent="0" algn="ctr">
              <a:buNone/>
            </a:pPr>
            <a:r>
              <a:rPr lang="en-US" sz="2400"/>
              <a:t>GPS</a:t>
            </a:r>
            <a:r>
              <a:rPr lang="zh-CN" altLang="en-US" sz="2400"/>
              <a:t>模块</a:t>
            </a:r>
            <a:endParaRPr lang="zh-CN" altLang="en-US" sz="240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4294967295"/>
          </p:nvPr>
        </p:nvSpPr>
        <p:spPr>
          <a:xfrm>
            <a:off x="1722120" y="4572635"/>
            <a:ext cx="2039620" cy="2353945"/>
          </a:xfrm>
          <a:prstGeom prst="rect">
            <a:avLst/>
          </a:prstGeom>
        </p:spPr>
        <p:txBody>
          <a:bodyPr lIns="121917" tIns="60958" rIns="121917" bIns="60958">
            <a:normAutofit/>
          </a:bodyPr>
          <a:lstStyle/>
          <a:p>
            <a:pPr marL="0" indent="0" algn="l" fontAlgn="auto">
              <a:lnSpc>
                <a:spcPct val="150000"/>
              </a:lnSpc>
              <a:spcBef>
                <a:spcPts val="200"/>
              </a:spcBef>
              <a:buNone/>
            </a:pP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</a:rPr>
              <a:t>青桔单车获取车的位置进行定位：人远离车的距离超过几十米上百米，在</a:t>
            </a:r>
            <a:r>
              <a:rPr lang="en-US" altLang="zh-CN" sz="1300" dirty="0">
                <a:solidFill>
                  <a:schemeClr val="accent5">
                    <a:lumMod val="75000"/>
                  </a:schemeClr>
                </a:solidFill>
              </a:rPr>
              <a:t>APP</a:t>
            </a: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</a:rPr>
              <a:t>上点击关索按钮仍然可以显示行程结束；</a:t>
            </a:r>
            <a:endParaRPr lang="zh-CN" altLang="en-US" sz="1300" dirty="0">
              <a:solidFill>
                <a:schemeClr val="accent5">
                  <a:lumMod val="75000"/>
                </a:schemeClr>
              </a:solidFill>
            </a:endParaRPr>
          </a:p>
          <a:p>
            <a:pPr marL="0" indent="0" algn="l" fontAlgn="auto">
              <a:lnSpc>
                <a:spcPct val="150000"/>
              </a:lnSpc>
              <a:spcBef>
                <a:spcPts val="200"/>
              </a:spcBef>
              <a:buNone/>
            </a:pP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</a:rPr>
              <a:t>而美团单车则是</a:t>
            </a: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</a:rPr>
              <a:t>实时获取</a:t>
            </a:r>
            <a:r>
              <a:rPr lang="zh-CN" altLang="en-US" sz="1300" dirty="0">
                <a:solidFill>
                  <a:schemeClr val="accent5">
                    <a:lumMod val="75000"/>
                  </a:schemeClr>
                </a:solidFill>
              </a:rPr>
              <a:t>手机位置。</a:t>
            </a:r>
            <a:endParaRPr lang="zh-CN" altLang="en-US" sz="13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4294967295"/>
          </p:nvPr>
        </p:nvSpPr>
        <p:spPr>
          <a:xfrm>
            <a:off x="3486785" y="3293110"/>
            <a:ext cx="3107055" cy="566420"/>
          </a:xfrm>
          <a:prstGeom prst="rect">
            <a:avLst/>
          </a:prstGeom>
        </p:spPr>
        <p:txBody>
          <a:bodyPr lIns="121917" tIns="60958" rIns="121917" bIns="60958">
            <a:normAutofit/>
          </a:bodyPr>
          <a:lstStyle/>
          <a:p>
            <a:pPr marL="0" indent="0" algn="ctr">
              <a:buNone/>
            </a:pPr>
            <a:r>
              <a:rPr lang="zh-CN" altLang="en-US" sz="2400"/>
              <a:t>嵌入式芯片</a:t>
            </a:r>
            <a:r>
              <a:rPr lang="en-US" altLang="zh-CN" sz="2400"/>
              <a:t>(</a:t>
            </a:r>
            <a:r>
              <a:rPr lang="zh-CN" altLang="en-US" sz="2400"/>
              <a:t>通信模块</a:t>
            </a:r>
            <a:r>
              <a:rPr lang="en-US" altLang="zh-CN" sz="2400"/>
              <a:t>)</a:t>
            </a:r>
            <a:endParaRPr lang="en-US" altLang="zh-CN" sz="2400"/>
          </a:p>
        </p:txBody>
      </p:sp>
      <p:sp>
        <p:nvSpPr>
          <p:cNvPr id="63" name="Text Placeholder 62"/>
          <p:cNvSpPr>
            <a:spLocks noGrp="1"/>
          </p:cNvSpPr>
          <p:nvPr>
            <p:ph type="body" sz="quarter" idx="4294967295"/>
          </p:nvPr>
        </p:nvSpPr>
        <p:spPr>
          <a:xfrm>
            <a:off x="4091940" y="4290060"/>
            <a:ext cx="2039620" cy="2517140"/>
          </a:xfrm>
          <a:prstGeom prst="rect">
            <a:avLst/>
          </a:prstGeom>
        </p:spPr>
        <p:txBody>
          <a:bodyPr lIns="121917" tIns="60958" rIns="121917" bIns="60958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嵌入式系统接受开锁指令，执行开锁操作；骑行过程中通过传感器实时获取车辆数据，并发送至服务器存储；接受锁车指令，执行锁车操作；结束骑行后，计算费用并发送到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服务器</a:t>
            </a:r>
            <a:endParaRPr lang="zh-CN" altLang="en-US" sz="13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4294967295"/>
          </p:nvPr>
        </p:nvSpPr>
        <p:spPr>
          <a:xfrm>
            <a:off x="6455074" y="3293380"/>
            <a:ext cx="2032000" cy="566479"/>
          </a:xfrm>
          <a:prstGeom prst="rect">
            <a:avLst/>
          </a:prstGeom>
        </p:spPr>
        <p:txBody>
          <a:bodyPr lIns="121917" tIns="60958" rIns="121917" bIns="60958">
            <a:normAutofit/>
          </a:bodyPr>
          <a:lstStyle/>
          <a:p>
            <a:pPr marL="0" indent="0" algn="ctr">
              <a:buNone/>
            </a:pPr>
            <a:r>
              <a:rPr lang="zh-CN" altLang="en-US" sz="2400" dirty="0"/>
              <a:t>物联网</a:t>
            </a:r>
            <a:r>
              <a:rPr lang="en-US" altLang="zh-CN" sz="2400" dirty="0"/>
              <a:t>SIM</a:t>
            </a:r>
            <a:r>
              <a:rPr lang="zh-CN" altLang="en-US" sz="2400" dirty="0"/>
              <a:t>卡</a:t>
            </a:r>
            <a:endParaRPr lang="zh-CN" altLang="en-US" sz="2400" dirty="0"/>
          </a:p>
        </p:txBody>
      </p:sp>
      <p:sp>
        <p:nvSpPr>
          <p:cNvPr id="64" name="Text Placeholder 63"/>
          <p:cNvSpPr>
            <a:spLocks noGrp="1"/>
          </p:cNvSpPr>
          <p:nvPr>
            <p:ph type="body" sz="quarter" idx="4294967295"/>
          </p:nvPr>
        </p:nvSpPr>
        <p:spPr>
          <a:xfrm>
            <a:off x="6539230" y="4602480"/>
            <a:ext cx="2039620" cy="2286635"/>
          </a:xfrm>
          <a:prstGeom prst="rect">
            <a:avLst/>
          </a:prstGeom>
        </p:spPr>
        <p:txBody>
          <a:bodyPr lIns="121917" tIns="60958" rIns="121917" bIns="60958"/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制造商在锁内集成带有独立号码的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SIM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卡，通过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2G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、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GPRS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、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3G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、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4G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网络，与云端保持通信能力，及时将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GPS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信息与车辆状态信息报送云端，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并及时接收云端传来的信息</a:t>
            </a:r>
            <a:endParaRPr lang="zh-CN" altLang="en-US" sz="13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4294967295"/>
          </p:nvPr>
        </p:nvSpPr>
        <p:spPr>
          <a:xfrm>
            <a:off x="8862487" y="3256185"/>
            <a:ext cx="2032000" cy="566479"/>
          </a:xfrm>
          <a:prstGeom prst="rect">
            <a:avLst/>
          </a:prstGeom>
        </p:spPr>
        <p:txBody>
          <a:bodyPr lIns="121917" tIns="60958" rIns="121917" bIns="60958">
            <a:normAutofit/>
          </a:bodyPr>
          <a:lstStyle/>
          <a:p>
            <a:pPr marL="0" indent="0" algn="ctr">
              <a:buNone/>
            </a:pPr>
            <a:r>
              <a:rPr lang="zh-CN" altLang="en-US" sz="2400"/>
              <a:t>蓝牙模块</a:t>
            </a:r>
            <a:endParaRPr lang="zh-CN" altLang="en-US" sz="2400"/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4294967295"/>
          </p:nvPr>
        </p:nvSpPr>
        <p:spPr>
          <a:xfrm>
            <a:off x="8810625" y="4290060"/>
            <a:ext cx="2810510" cy="2625090"/>
          </a:xfrm>
          <a:prstGeom prst="rect">
            <a:avLst/>
          </a:prstGeom>
        </p:spPr>
        <p:txBody>
          <a:bodyPr lIns="121917" tIns="60958" rIns="121917" bIns="60958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蓝牙通信辅助</a:t>
            </a:r>
            <a:r>
              <a:rPr lang="en-US" altLang="zh-CN" sz="1300">
                <a:solidFill>
                  <a:schemeClr val="accent5">
                    <a:lumMod val="75000"/>
                  </a:schemeClr>
                </a:solidFill>
              </a:rPr>
              <a:t>SIM</a:t>
            </a:r>
            <a:r>
              <a:rPr lang="zh-CN" altLang="en-US" sz="1300">
                <a:solidFill>
                  <a:schemeClr val="accent5">
                    <a:lumMod val="75000"/>
                  </a:schemeClr>
                </a:solidFill>
              </a:rPr>
              <a:t>卡与云端后台的通信，若网络运营商提供的服务信号不好，就可能会导致开锁失败，此时就需要使用蓝牙通信，将手机上获取到的开锁密钥配对给单车的电子锁上，使得芯片启动开锁程序。蓝牙无需依赖网络系统，故开锁成功率因此提高。</a:t>
            </a:r>
            <a:endParaRPr lang="en-US" altLang="zh-CN" sz="130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84960" y="317500"/>
            <a:ext cx="952944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/>
              <a:t>在校园生活中不可缺少的共享单车是嵌入式应用的一个典型案例，它的发展历程也是</a:t>
            </a:r>
            <a:r>
              <a:rPr lang="zh-CN" altLang="en-US"/>
              <a:t>跌宕起伏。为“解决最后一公里出行”问题，互联网共享单车模式应运而生。从早期的ofo迅猛兴起又迅速倒闭，从摩拜诞生到被美团收购，几轮厮杀后，最终青桔，哈啰，美团杀出重围，进入趋于稳定的成熟期。</a:t>
            </a:r>
            <a:endParaRPr lang="zh-CN" altLang="en-US"/>
          </a:p>
          <a:p>
            <a:pPr indent="457200"/>
            <a:r>
              <a:rPr lang="zh-CN" altLang="en-US"/>
              <a:t>作为共享单车最核心的硬件，智能车锁实现了控制和定位功能。车锁内集成的部件有：</a:t>
            </a:r>
            <a:r>
              <a:rPr lang="en-US" altLang="zh-CN"/>
              <a:t>GPS</a:t>
            </a:r>
            <a:r>
              <a:rPr lang="zh-CN" altLang="en-US"/>
              <a:t>模块、</a:t>
            </a:r>
            <a:r>
              <a:rPr lang="zh-CN" altLang="en-US">
                <a:sym typeface="+mn-ea"/>
              </a:rPr>
              <a:t>嵌入式芯片（通信模块）、</a:t>
            </a:r>
            <a:r>
              <a:rPr lang="zh-CN" altLang="en-US"/>
              <a:t>物联网</a:t>
            </a:r>
            <a:r>
              <a:rPr lang="en-US" altLang="zh-CN"/>
              <a:t>SIM</a:t>
            </a:r>
            <a:r>
              <a:rPr lang="zh-CN" altLang="en-US"/>
              <a:t>卡、蓝牙模块</a:t>
            </a:r>
            <a:r>
              <a:rPr lang="zh-CN" altLang="en-US"/>
              <a:t>等。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79705" y="622935"/>
            <a:ext cx="673735" cy="5878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共享单车嵌入式系统集成部件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3000">
        <p14:ripple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US" sz="900"/>
          </a:p>
        </p:txBody>
      </p:sp>
      <p:sp>
        <p:nvSpPr>
          <p:cNvPr id="29" name="矩形 28"/>
          <p:cNvSpPr/>
          <p:nvPr/>
        </p:nvSpPr>
        <p:spPr>
          <a:xfrm rot="1400643">
            <a:off x="8378877" y="4247003"/>
            <a:ext cx="2068356" cy="79190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 rot="1400643">
            <a:off x="6686632" y="2012924"/>
            <a:ext cx="1345033" cy="514965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矩形 26"/>
          <p:cNvSpPr/>
          <p:nvPr/>
        </p:nvSpPr>
        <p:spPr>
          <a:xfrm rot="1400643">
            <a:off x="3066695" y="3199009"/>
            <a:ext cx="2068356" cy="79190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 rot="1400643">
            <a:off x="1930047" y="4964299"/>
            <a:ext cx="2068356" cy="791900"/>
          </a:xfrm>
          <a:prstGeom prst="rect">
            <a:avLst/>
          </a:prstGeom>
          <a:gradFill flip="none" rotWithShape="1">
            <a:gsLst>
              <a:gs pos="54000">
                <a:schemeClr val="bg1">
                  <a:lumMod val="65000"/>
                  <a:lumOff val="35000"/>
                  <a:alpha val="0"/>
                </a:schemeClr>
              </a:gs>
              <a:gs pos="0">
                <a:schemeClr val="accent1">
                  <a:alpha val="54000"/>
                  <a:lumMod val="65000"/>
                  <a:lumOff val="35000"/>
                </a:schemeClr>
              </a:gs>
              <a:gs pos="0">
                <a:schemeClr val="bg1">
                  <a:lumMod val="75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17" tIns="60958" rIns="121917" bIns="60958" rtlCol="0" anchor="ctr"/>
          <a:lstStyle/>
          <a:p>
            <a:pPr algn="ctr"/>
            <a:endParaRPr lang="zh-CN" altLang="en-US" dirty="0"/>
          </a:p>
        </p:txBody>
      </p:sp>
      <p:sp>
        <p:nvSpPr>
          <p:cNvPr id="237" name="Oval 6"/>
          <p:cNvSpPr/>
          <p:nvPr/>
        </p:nvSpPr>
        <p:spPr>
          <a:xfrm>
            <a:off x="6494981" y="1755499"/>
            <a:ext cx="531811" cy="53181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6" rIns="91434" bIns="45716" anchor="ctr"/>
          <a:lstStyle/>
          <a:p>
            <a:pPr algn="ctr" eaLnBrk="1" hangingPunct="1"/>
            <a:r>
              <a:rPr lang="zh-CN" altLang="en-US" sz="2400" b="1" dirty="0">
                <a:solidFill>
                  <a:srgbClr val="F2F2F2"/>
                </a:solidFill>
                <a:cs typeface="+mn-ea"/>
                <a:sym typeface="+mn-lt"/>
              </a:rPr>
              <a:t>叁</a:t>
            </a:r>
            <a:endParaRPr lang="zh-CN" altLang="en-US" sz="2400" b="1" dirty="0">
              <a:solidFill>
                <a:srgbClr val="F2F2F2"/>
              </a:solidFill>
              <a:cs typeface="+mn-ea"/>
              <a:sym typeface="+mn-lt"/>
            </a:endParaRPr>
          </a:p>
        </p:txBody>
      </p:sp>
      <p:sp>
        <p:nvSpPr>
          <p:cNvPr id="254" name="Oval 4"/>
          <p:cNvSpPr/>
          <p:nvPr/>
        </p:nvSpPr>
        <p:spPr>
          <a:xfrm>
            <a:off x="8036442" y="3830363"/>
            <a:ext cx="819145" cy="8191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6" rIns="91434" bIns="45716" anchor="ctr"/>
          <a:lstStyle/>
          <a:p>
            <a:pPr algn="ctr" eaLnBrk="1" hangingPunct="1"/>
            <a:r>
              <a:rPr lang="zh-CN" altLang="en-US" sz="2800" b="1" dirty="0">
                <a:solidFill>
                  <a:srgbClr val="F2F2F2"/>
                </a:solidFill>
                <a:cs typeface="+mn-ea"/>
                <a:sym typeface="+mn-lt"/>
              </a:rPr>
              <a:t>肆</a:t>
            </a:r>
            <a:endParaRPr lang="zh-CN" altLang="en-US" sz="2800" b="1" dirty="0">
              <a:solidFill>
                <a:srgbClr val="F2F2F2"/>
              </a:solidFill>
              <a:cs typeface="+mn-ea"/>
              <a:sym typeface="+mn-lt"/>
            </a:endParaRPr>
          </a:p>
        </p:txBody>
      </p:sp>
      <p:sp>
        <p:nvSpPr>
          <p:cNvPr id="255" name="Oval 12"/>
          <p:cNvSpPr/>
          <p:nvPr/>
        </p:nvSpPr>
        <p:spPr>
          <a:xfrm>
            <a:off x="2794538" y="2803250"/>
            <a:ext cx="819145" cy="8191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6" rIns="91434" bIns="45716" anchor="ctr"/>
          <a:lstStyle/>
          <a:p>
            <a:pPr algn="ctr" eaLnBrk="1" hangingPunct="1"/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贰</a:t>
            </a:r>
            <a:endParaRPr lang="zh-CN" altLang="en-US" sz="28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6" name="Oval 13"/>
          <p:cNvSpPr/>
          <p:nvPr/>
        </p:nvSpPr>
        <p:spPr>
          <a:xfrm>
            <a:off x="1557881" y="4512987"/>
            <a:ext cx="819145" cy="8191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4" tIns="45716" rIns="91434" bIns="45716" anchor="ctr"/>
          <a:lstStyle/>
          <a:p>
            <a:pPr algn="ctr" eaLnBrk="1" hangingPunct="1"/>
            <a:r>
              <a:rPr lang="zh-CN" altLang="en-US" sz="2800" b="1" dirty="0">
                <a:solidFill>
                  <a:schemeClr val="accent4"/>
                </a:solidFill>
                <a:cs typeface="+mn-ea"/>
                <a:sym typeface="+mn-lt"/>
              </a:rPr>
              <a:t>壹</a:t>
            </a:r>
            <a:endParaRPr lang="zh-CN" altLang="en-US" sz="2800" b="1" dirty="0">
              <a:solidFill>
                <a:schemeClr val="accent4"/>
              </a:solidFill>
              <a:cs typeface="+mn-ea"/>
              <a:sym typeface="+mn-lt"/>
            </a:endParaRPr>
          </a:p>
        </p:txBody>
      </p:sp>
      <p:grpSp>
        <p:nvGrpSpPr>
          <p:cNvPr id="2" name="Group 19"/>
          <p:cNvGrpSpPr/>
          <p:nvPr/>
        </p:nvGrpSpPr>
        <p:grpSpPr bwMode="auto">
          <a:xfrm>
            <a:off x="2492914" y="4466957"/>
            <a:ext cx="2392351" cy="1356650"/>
            <a:chOff x="2155025" y="4449725"/>
            <a:chExt cx="2391371" cy="1357416"/>
          </a:xfrm>
        </p:grpSpPr>
        <p:sp>
          <p:nvSpPr>
            <p:cNvPr id="259" name="TextBox 258"/>
            <p:cNvSpPr txBox="1"/>
            <p:nvPr/>
          </p:nvSpPr>
          <p:spPr>
            <a:xfrm>
              <a:off x="2155025" y="4449725"/>
              <a:ext cx="1401506" cy="4606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用户</a:t>
              </a: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开锁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0" name="Rectangle 18"/>
            <p:cNvSpPr/>
            <p:nvPr/>
          </p:nvSpPr>
          <p:spPr>
            <a:xfrm>
              <a:off x="2155025" y="4869352"/>
              <a:ext cx="2391371" cy="93778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zh-CN" sz="11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用户首先启动移动应用程序，使用手机扫描共享单车上的二维码进行开锁操作。嵌入式系统接收到开锁指令后，执行开锁操作，智能锁自动解锁，用户即可开始骑行。</a:t>
              </a:r>
              <a:endParaRPr lang="en-US" altLang="zh-CN" sz="1100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" name="Group 20"/>
          <p:cNvGrpSpPr/>
          <p:nvPr/>
        </p:nvGrpSpPr>
        <p:grpSpPr bwMode="auto">
          <a:xfrm>
            <a:off x="3764495" y="2755628"/>
            <a:ext cx="2390764" cy="1605343"/>
            <a:chOff x="2155025" y="4449725"/>
            <a:chExt cx="2391371" cy="1603458"/>
          </a:xfrm>
        </p:grpSpPr>
        <p:sp>
          <p:nvSpPr>
            <p:cNvPr id="262" name="TextBox 261"/>
            <p:cNvSpPr txBox="1"/>
            <p:nvPr/>
          </p:nvSpPr>
          <p:spPr>
            <a:xfrm>
              <a:off x="2155025" y="4449725"/>
              <a:ext cx="1402436" cy="45983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骑行</a:t>
              </a: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过程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3" name="Rectangle 22"/>
            <p:cNvSpPr/>
            <p:nvPr/>
          </p:nvSpPr>
          <p:spPr>
            <a:xfrm>
              <a:off x="2155025" y="4947677"/>
              <a:ext cx="2391371" cy="110550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zh-CN" sz="11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用户在骑行过程中，嵌入式系统通过传感器实时获取车辆的数据，例如速度、里程等，并将这些数据发送至服务器存储。同时，用户可以通过移动应用程序实时查看数据，例如骑行路线、骑行距离等。</a:t>
              </a:r>
              <a:endParaRPr lang="en-US" altLang="zh-CN" sz="1100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4" name="Group 23"/>
          <p:cNvGrpSpPr/>
          <p:nvPr/>
        </p:nvGrpSpPr>
        <p:grpSpPr bwMode="auto">
          <a:xfrm>
            <a:off x="7229991" y="1561824"/>
            <a:ext cx="2392351" cy="1173061"/>
            <a:chOff x="2155025" y="4449725"/>
            <a:chExt cx="2391371" cy="1171685"/>
          </a:xfrm>
        </p:grpSpPr>
        <p:sp>
          <p:nvSpPr>
            <p:cNvPr id="265" name="TextBox 264"/>
            <p:cNvSpPr txBox="1"/>
            <p:nvPr/>
          </p:nvSpPr>
          <p:spPr>
            <a:xfrm>
              <a:off x="2155025" y="4449725"/>
              <a:ext cx="1401506" cy="45983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停车</a:t>
              </a: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锁车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6" name="Rectangle 25"/>
            <p:cNvSpPr/>
            <p:nvPr/>
          </p:nvSpPr>
          <p:spPr>
            <a:xfrm>
              <a:off x="2155025" y="4853961"/>
              <a:ext cx="2391371" cy="7674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zh-CN" sz="11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用户在到达目的地后，使用移动应用程序进行停车锁车操作。嵌入式系统接收到锁车指令后，智能锁自动锁上，结束骑行。</a:t>
              </a:r>
              <a:endParaRPr lang="en-US" altLang="zh-CN" sz="1100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5" name="Group 26"/>
          <p:cNvGrpSpPr/>
          <p:nvPr/>
        </p:nvGrpSpPr>
        <p:grpSpPr bwMode="auto">
          <a:xfrm>
            <a:off x="8950835" y="3784320"/>
            <a:ext cx="2390764" cy="1359607"/>
            <a:chOff x="2155025" y="4449725"/>
            <a:chExt cx="2391371" cy="1360377"/>
          </a:xfrm>
        </p:grpSpPr>
        <p:sp>
          <p:nvSpPr>
            <p:cNvPr id="268" name="TextBox 267"/>
            <p:cNvSpPr txBox="1"/>
            <p:nvPr/>
          </p:nvSpPr>
          <p:spPr>
            <a:xfrm>
              <a:off x="2155025" y="4449725"/>
              <a:ext cx="1402436" cy="46063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结算</a:t>
              </a:r>
              <a:r>
                <a:rPr lang="zh-CN" altLang="en-US" sz="2400" b="1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支付</a:t>
              </a:r>
              <a:endParaRPr lang="zh-CN" altLang="en-US" sz="2400" b="1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9" name="Rectangle 28"/>
            <p:cNvSpPr/>
            <p:nvPr/>
          </p:nvSpPr>
          <p:spPr>
            <a:xfrm>
              <a:off x="2155025" y="4872311"/>
              <a:ext cx="2391371" cy="93779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r>
                <a:rPr lang="en-US" altLang="zh-CN" sz="11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用户完成骑行后，嵌入式系统会根据骑行时间和里程等参数计算费用，并将费用信息发送给服务器。用户可以在移动应用程序中查看骑行消费，选择合适的支付方式进行结算。</a:t>
              </a:r>
              <a:endParaRPr lang="en-US" altLang="zh-CN" sz="1100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  <p:cxnSp>
        <p:nvCxnSpPr>
          <p:cNvPr id="273" name="Curved Connector 33"/>
          <p:cNvCxnSpPr>
            <a:stCxn id="256" idx="0"/>
            <a:endCxn id="255" idx="3"/>
          </p:cNvCxnSpPr>
          <p:nvPr/>
        </p:nvCxnSpPr>
        <p:spPr>
          <a:xfrm rot="5400000" flipH="1" flipV="1">
            <a:off x="1935702" y="3534191"/>
            <a:ext cx="1010549" cy="947045"/>
          </a:xfrm>
          <a:prstGeom prst="curvedConnector3">
            <a:avLst/>
          </a:prstGeom>
          <a:ln w="254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Curved Connector 39"/>
          <p:cNvCxnSpPr>
            <a:stCxn id="237" idx="4"/>
            <a:endCxn id="254" idx="1"/>
          </p:cNvCxnSpPr>
          <p:nvPr/>
        </p:nvCxnSpPr>
        <p:spPr>
          <a:xfrm rot="5400000" flipV="1">
            <a:off x="6627178" y="2420938"/>
            <a:ext cx="1663065" cy="1395730"/>
          </a:xfrm>
          <a:prstGeom prst="curvedConnector3">
            <a:avLst>
              <a:gd name="adj1" fmla="val 46373"/>
            </a:avLst>
          </a:prstGeom>
          <a:ln w="254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Curved Connector 39"/>
          <p:cNvCxnSpPr>
            <a:stCxn id="255" idx="7"/>
            <a:endCxn id="237" idx="0"/>
          </p:cNvCxnSpPr>
          <p:nvPr/>
        </p:nvCxnSpPr>
        <p:spPr>
          <a:xfrm rot="5400000" flipH="1" flipV="1">
            <a:off x="4543447" y="705774"/>
            <a:ext cx="1167712" cy="3267165"/>
          </a:xfrm>
          <a:prstGeom prst="curvedConnector3">
            <a:avLst>
              <a:gd name="adj1" fmla="val 119577"/>
            </a:avLst>
          </a:prstGeom>
          <a:ln w="25400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PA_TextPlaceholder 2"/>
          <p:cNvSpPr txBox="1"/>
          <p:nvPr>
            <p:custDataLst>
              <p:tags r:id="rId1"/>
            </p:custDataLst>
          </p:nvPr>
        </p:nvSpPr>
        <p:spPr>
          <a:xfrm>
            <a:off x="243840" y="252095"/>
            <a:ext cx="8905240" cy="83566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500" dirty="0"/>
              <a:t>共享单车嵌入式系统的操作流程</a:t>
            </a:r>
            <a:endParaRPr lang="zh-CN" altLang="en-US" sz="3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3000">
        <p14:ripple/>
      </p:transition>
    </mc:Choice>
    <mc:Fallback>
      <p:transition spd="slow" advTm="3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bldLvl="0" animBg="1"/>
      <p:bldP spid="28" grpId="0" bldLvl="0" animBg="1"/>
      <p:bldP spid="27" grpId="0" bldLvl="0" animBg="1"/>
      <p:bldP spid="26" grpId="0" bldLvl="0" animBg="1"/>
      <p:bldP spid="237" grpId="0" bldLvl="0" animBg="1"/>
      <p:bldP spid="254" grpId="0" bldLvl="0" animBg="1"/>
      <p:bldP spid="255" grpId="0" bldLvl="0" animBg="1"/>
      <p:bldP spid="256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8"/>
          <p:cNvSpPr/>
          <p:nvPr/>
        </p:nvSpPr>
        <p:spPr>
          <a:xfrm>
            <a:off x="1542415" y="0"/>
            <a:ext cx="10649585" cy="6858000"/>
          </a:xfrm>
          <a:prstGeom prst="rect">
            <a:avLst/>
          </a:prstGeom>
          <a:gradFill>
            <a:gsLst>
              <a:gs pos="100000">
                <a:schemeClr val="tx2">
                  <a:lumMod val="60000"/>
                  <a:lumOff val="40000"/>
                </a:schemeClr>
              </a:gs>
              <a:gs pos="0">
                <a:schemeClr val="tx2">
                  <a:lumMod val="20000"/>
                  <a:lumOff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19" tIns="22859" rIns="45719" bIns="22859" rtlCol="0" anchor="ctr"/>
          <a:lstStyle/>
          <a:p>
            <a:pPr algn="ctr"/>
            <a:endParaRPr lang="en-US"/>
          </a:p>
        </p:txBody>
      </p:sp>
      <p:grpSp>
        <p:nvGrpSpPr>
          <p:cNvPr id="9" name="Группа 1"/>
          <p:cNvGrpSpPr/>
          <p:nvPr/>
        </p:nvGrpSpPr>
        <p:grpSpPr>
          <a:xfrm>
            <a:off x="1499870" y="713740"/>
            <a:ext cx="11254105" cy="5561330"/>
            <a:chOff x="4703929" y="717077"/>
            <a:chExt cx="9773238" cy="5561188"/>
          </a:xfrm>
        </p:grpSpPr>
        <p:sp>
          <p:nvSpPr>
            <p:cNvPr id="11" name="Полилиния 34"/>
            <p:cNvSpPr/>
            <p:nvPr/>
          </p:nvSpPr>
          <p:spPr>
            <a:xfrm>
              <a:off x="5555970" y="717077"/>
              <a:ext cx="7984744" cy="5414294"/>
            </a:xfrm>
            <a:custGeom>
              <a:avLst/>
              <a:gdLst>
                <a:gd name="connsiteX0" fmla="*/ 593737 w 15796902"/>
                <a:gd name="connsiteY0" fmla="*/ 0 h 10799762"/>
                <a:gd name="connsiteX1" fmla="*/ 2968613 w 15796902"/>
                <a:gd name="connsiteY1" fmla="*/ 0 h 10799762"/>
                <a:gd name="connsiteX2" fmla="*/ 2968615 w 15796902"/>
                <a:gd name="connsiteY2" fmla="*/ 0 h 10799762"/>
                <a:gd name="connsiteX3" fmla="*/ 12828290 w 15796902"/>
                <a:gd name="connsiteY3" fmla="*/ 0 h 10799762"/>
                <a:gd name="connsiteX4" fmla="*/ 14287500 w 15796902"/>
                <a:gd name="connsiteY4" fmla="*/ 0 h 10799762"/>
                <a:gd name="connsiteX5" fmla="*/ 15203166 w 15796902"/>
                <a:gd name="connsiteY5" fmla="*/ 0 h 10799762"/>
                <a:gd name="connsiteX6" fmla="*/ 15796902 w 15796902"/>
                <a:gd name="connsiteY6" fmla="*/ 593737 h 10799762"/>
                <a:gd name="connsiteX7" fmla="*/ 15796902 w 15796902"/>
                <a:gd name="connsiteY7" fmla="*/ 5080012 h 10799762"/>
                <a:gd name="connsiteX8" fmla="*/ 15796902 w 15796902"/>
                <a:gd name="connsiteY8" fmla="*/ 5719750 h 10799762"/>
                <a:gd name="connsiteX9" fmla="*/ 15796902 w 15796902"/>
                <a:gd name="connsiteY9" fmla="*/ 10206025 h 10799762"/>
                <a:gd name="connsiteX10" fmla="*/ 15203166 w 15796902"/>
                <a:gd name="connsiteY10" fmla="*/ 10799762 h 10799762"/>
                <a:gd name="connsiteX11" fmla="*/ 14287500 w 15796902"/>
                <a:gd name="connsiteY11" fmla="*/ 10799762 h 10799762"/>
                <a:gd name="connsiteX12" fmla="*/ 12828290 w 15796902"/>
                <a:gd name="connsiteY12" fmla="*/ 10799762 h 10799762"/>
                <a:gd name="connsiteX13" fmla="*/ 2968613 w 15796902"/>
                <a:gd name="connsiteY13" fmla="*/ 10799762 h 10799762"/>
                <a:gd name="connsiteX14" fmla="*/ 1781175 w 15796902"/>
                <a:gd name="connsiteY14" fmla="*/ 10799762 h 10799762"/>
                <a:gd name="connsiteX15" fmla="*/ 593737 w 15796902"/>
                <a:gd name="connsiteY15" fmla="*/ 10799762 h 10799762"/>
                <a:gd name="connsiteX16" fmla="*/ 0 w 15796902"/>
                <a:gd name="connsiteY16" fmla="*/ 10206025 h 10799762"/>
                <a:gd name="connsiteX17" fmla="*/ 0 w 15796902"/>
                <a:gd name="connsiteY17" fmla="*/ 5719750 h 10799762"/>
                <a:gd name="connsiteX18" fmla="*/ 0 w 15796902"/>
                <a:gd name="connsiteY18" fmla="*/ 5080012 h 10799762"/>
                <a:gd name="connsiteX19" fmla="*/ 0 w 15796902"/>
                <a:gd name="connsiteY19" fmla="*/ 593737 h 10799762"/>
                <a:gd name="connsiteX20" fmla="*/ 593737 w 15796902"/>
                <a:gd name="connsiteY20" fmla="*/ 0 h 10799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796902" h="10799762">
                  <a:moveTo>
                    <a:pt x="593737" y="0"/>
                  </a:moveTo>
                  <a:lnTo>
                    <a:pt x="2968613" y="0"/>
                  </a:lnTo>
                  <a:lnTo>
                    <a:pt x="2968615" y="0"/>
                  </a:lnTo>
                  <a:lnTo>
                    <a:pt x="12828290" y="0"/>
                  </a:lnTo>
                  <a:lnTo>
                    <a:pt x="14287500" y="0"/>
                  </a:lnTo>
                  <a:lnTo>
                    <a:pt x="15203166" y="0"/>
                  </a:lnTo>
                  <a:cubicBezTo>
                    <a:pt x="15531078" y="0"/>
                    <a:pt x="15796902" y="265825"/>
                    <a:pt x="15796902" y="593737"/>
                  </a:cubicBezTo>
                  <a:lnTo>
                    <a:pt x="15796902" y="5080012"/>
                  </a:lnTo>
                  <a:lnTo>
                    <a:pt x="15796902" y="5719750"/>
                  </a:lnTo>
                  <a:lnTo>
                    <a:pt x="15796902" y="10206025"/>
                  </a:lnTo>
                  <a:cubicBezTo>
                    <a:pt x="15796902" y="10533937"/>
                    <a:pt x="15531078" y="10799762"/>
                    <a:pt x="15203166" y="10799762"/>
                  </a:cubicBezTo>
                  <a:lnTo>
                    <a:pt x="14287500" y="10799762"/>
                  </a:lnTo>
                  <a:lnTo>
                    <a:pt x="12828290" y="10799762"/>
                  </a:lnTo>
                  <a:lnTo>
                    <a:pt x="2968613" y="10799762"/>
                  </a:lnTo>
                  <a:lnTo>
                    <a:pt x="1781175" y="10799762"/>
                  </a:lnTo>
                  <a:lnTo>
                    <a:pt x="593737" y="10799762"/>
                  </a:lnTo>
                  <a:cubicBezTo>
                    <a:pt x="265825" y="10799762"/>
                    <a:pt x="0" y="10533937"/>
                    <a:pt x="0" y="10206025"/>
                  </a:cubicBezTo>
                  <a:lnTo>
                    <a:pt x="0" y="5719750"/>
                  </a:lnTo>
                  <a:lnTo>
                    <a:pt x="0" y="5080012"/>
                  </a:lnTo>
                  <a:lnTo>
                    <a:pt x="0" y="593737"/>
                  </a:lnTo>
                  <a:cubicBezTo>
                    <a:pt x="0" y="265825"/>
                    <a:pt x="265825" y="0"/>
                    <a:pt x="593737" y="0"/>
                  </a:cubicBezTo>
                  <a:close/>
                </a:path>
              </a:pathLst>
            </a:custGeom>
            <a:solidFill>
              <a:srgbClr val="38383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2" name="Полилиния 36"/>
            <p:cNvSpPr/>
            <p:nvPr/>
          </p:nvSpPr>
          <p:spPr>
            <a:xfrm>
              <a:off x="4703929" y="6202089"/>
              <a:ext cx="9773238" cy="76176"/>
            </a:xfrm>
            <a:custGeom>
              <a:avLst/>
              <a:gdLst>
                <a:gd name="connsiteX0" fmla="*/ 0 w 19335232"/>
                <a:gd name="connsiteY0" fmla="*/ 0 h 333694"/>
                <a:gd name="connsiteX1" fmla="*/ 19335232 w 19335232"/>
                <a:gd name="connsiteY1" fmla="*/ 0 h 333694"/>
                <a:gd name="connsiteX2" fmla="*/ 19322694 w 19335232"/>
                <a:gd name="connsiteY2" fmla="*/ 40390 h 333694"/>
                <a:gd name="connsiteX3" fmla="*/ 18880202 w 19335232"/>
                <a:gd name="connsiteY3" fmla="*/ 333694 h 333694"/>
                <a:gd name="connsiteX4" fmla="*/ 455030 w 19335232"/>
                <a:gd name="connsiteY4" fmla="*/ 333694 h 333694"/>
                <a:gd name="connsiteX5" fmla="*/ 12538 w 19335232"/>
                <a:gd name="connsiteY5" fmla="*/ 40390 h 3336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335232" h="333694">
                  <a:moveTo>
                    <a:pt x="0" y="0"/>
                  </a:moveTo>
                  <a:lnTo>
                    <a:pt x="19335232" y="0"/>
                  </a:lnTo>
                  <a:lnTo>
                    <a:pt x="19322694" y="40390"/>
                  </a:lnTo>
                  <a:cubicBezTo>
                    <a:pt x="19249792" y="212753"/>
                    <a:pt x="19079120" y="333694"/>
                    <a:pt x="18880202" y="333694"/>
                  </a:cubicBezTo>
                  <a:lnTo>
                    <a:pt x="455030" y="333694"/>
                  </a:lnTo>
                  <a:cubicBezTo>
                    <a:pt x="256112" y="333694"/>
                    <a:pt x="85441" y="212753"/>
                    <a:pt x="12538" y="40390"/>
                  </a:cubicBezTo>
                  <a:close/>
                </a:path>
              </a:pathLst>
            </a:custGeom>
            <a:gradFill flip="none" rotWithShape="1">
              <a:gsLst>
                <a:gs pos="89000">
                  <a:srgbClr val="828282"/>
                </a:gs>
                <a:gs pos="0">
                  <a:srgbClr val="C5C5C5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3" name="Прямоугольник 6"/>
            <p:cNvSpPr/>
            <p:nvPr/>
          </p:nvSpPr>
          <p:spPr>
            <a:xfrm>
              <a:off x="4703929" y="6015623"/>
              <a:ext cx="9773238" cy="186467"/>
            </a:xfrm>
            <a:prstGeom prst="rect">
              <a:avLst/>
            </a:prstGeom>
            <a:gradFill flip="none" rotWithShape="1">
              <a:gsLst>
                <a:gs pos="2000">
                  <a:srgbClr val="D5D5D5"/>
                </a:gs>
                <a:gs pos="1000">
                  <a:srgbClr val="F2F2F2"/>
                </a:gs>
                <a:gs pos="0">
                  <a:schemeClr val="tx1">
                    <a:alpha val="50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sp>
          <p:nvSpPr>
            <p:cNvPr id="14" name="Полилиния 37"/>
            <p:cNvSpPr/>
            <p:nvPr/>
          </p:nvSpPr>
          <p:spPr>
            <a:xfrm>
              <a:off x="8891012" y="6018701"/>
              <a:ext cx="1351391" cy="106495"/>
            </a:xfrm>
            <a:custGeom>
              <a:avLst/>
              <a:gdLst>
                <a:gd name="connsiteX0" fmla="*/ 0 w 2673572"/>
                <a:gd name="connsiteY0" fmla="*/ 0 h 212424"/>
                <a:gd name="connsiteX1" fmla="*/ 2673572 w 2673572"/>
                <a:gd name="connsiteY1" fmla="*/ 0 h 212424"/>
                <a:gd name="connsiteX2" fmla="*/ 2662629 w 2673572"/>
                <a:gd name="connsiteY2" fmla="*/ 54207 h 212424"/>
                <a:gd name="connsiteX3" fmla="*/ 2423935 w 2673572"/>
                <a:gd name="connsiteY3" fmla="*/ 212424 h 212424"/>
                <a:gd name="connsiteX4" fmla="*/ 249637 w 2673572"/>
                <a:gd name="connsiteY4" fmla="*/ 212424 h 212424"/>
                <a:gd name="connsiteX5" fmla="*/ 10944 w 2673572"/>
                <a:gd name="connsiteY5" fmla="*/ 54207 h 212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73572" h="212424">
                  <a:moveTo>
                    <a:pt x="0" y="0"/>
                  </a:moveTo>
                  <a:lnTo>
                    <a:pt x="2673572" y="0"/>
                  </a:lnTo>
                  <a:lnTo>
                    <a:pt x="2662629" y="54207"/>
                  </a:lnTo>
                  <a:cubicBezTo>
                    <a:pt x="2623302" y="147185"/>
                    <a:pt x="2531237" y="212424"/>
                    <a:pt x="2423935" y="212424"/>
                  </a:cubicBezTo>
                  <a:lnTo>
                    <a:pt x="249637" y="212424"/>
                  </a:lnTo>
                  <a:cubicBezTo>
                    <a:pt x="142335" y="212424"/>
                    <a:pt x="50270" y="147185"/>
                    <a:pt x="10944" y="54207"/>
                  </a:cubicBezTo>
                  <a:close/>
                </a:path>
              </a:pathLst>
            </a:custGeom>
            <a:gradFill>
              <a:gsLst>
                <a:gs pos="88000">
                  <a:srgbClr val="F2F2F2"/>
                </a:gs>
                <a:gs pos="12000">
                  <a:srgbClr val="F2F2F2"/>
                </a:gs>
                <a:gs pos="100000">
                  <a:srgbClr val="828282"/>
                </a:gs>
                <a:gs pos="0">
                  <a:srgbClr val="828282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/>
            </a:p>
          </p:txBody>
        </p:sp>
        <p:grpSp>
          <p:nvGrpSpPr>
            <p:cNvPr id="15" name="Группа 26"/>
            <p:cNvGrpSpPr/>
            <p:nvPr/>
          </p:nvGrpSpPr>
          <p:grpSpPr>
            <a:xfrm flipH="1">
              <a:off x="9572513" y="890239"/>
              <a:ext cx="23483" cy="22921"/>
              <a:chOff x="13422299" y="954496"/>
              <a:chExt cx="127026" cy="125005"/>
            </a:xfrm>
          </p:grpSpPr>
          <p:sp>
            <p:nvSpPr>
              <p:cNvPr id="16" name="Овал 29"/>
              <p:cNvSpPr/>
              <p:nvPr/>
            </p:nvSpPr>
            <p:spPr>
              <a:xfrm>
                <a:off x="13422301" y="954496"/>
                <a:ext cx="127023" cy="125004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  <p:sp>
            <p:nvSpPr>
              <p:cNvPr id="17" name="Овал 33"/>
              <p:cNvSpPr/>
              <p:nvPr/>
            </p:nvSpPr>
            <p:spPr>
              <a:xfrm>
                <a:off x="13422299" y="954497"/>
                <a:ext cx="127026" cy="125004"/>
              </a:xfrm>
              <a:prstGeom prst="ellipse">
                <a:avLst/>
              </a:prstGeom>
              <a:solidFill>
                <a:srgbClr val="002060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00"/>
              </a:p>
            </p:txBody>
          </p:sp>
        </p:grp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474953" y="4582344"/>
            <a:ext cx="312000" cy="311952"/>
            <a:chOff x="3238499" y="8277225"/>
            <a:chExt cx="666750" cy="666750"/>
          </a:xfrm>
        </p:grpSpPr>
        <p:sp>
          <p:nvSpPr>
            <p:cNvPr id="23" name="Oval 23"/>
            <p:cNvSpPr/>
            <p:nvPr/>
          </p:nvSpPr>
          <p:spPr>
            <a:xfrm>
              <a:off x="3238499" y="8277225"/>
              <a:ext cx="666750" cy="666750"/>
            </a:xfrm>
            <a:prstGeom prst="ellipse">
              <a:avLst/>
            </a:prstGeom>
            <a:solidFill>
              <a:schemeClr val="accent5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4" name="Freeform 24"/>
            <p:cNvSpPr/>
            <p:nvPr/>
          </p:nvSpPr>
          <p:spPr bwMode="auto">
            <a:xfrm>
              <a:off x="3502483" y="8426894"/>
              <a:ext cx="189583" cy="367412"/>
            </a:xfrm>
            <a:custGeom>
              <a:avLst/>
              <a:gdLst>
                <a:gd name="T0" fmla="*/ 461 w 461"/>
                <a:gd name="T1" fmla="*/ 448 h 895"/>
                <a:gd name="T2" fmla="*/ 457 w 461"/>
                <a:gd name="T3" fmla="*/ 457 h 895"/>
                <a:gd name="T4" fmla="*/ 22 w 461"/>
                <a:gd name="T5" fmla="*/ 892 h 895"/>
                <a:gd name="T6" fmla="*/ 14 w 461"/>
                <a:gd name="T7" fmla="*/ 895 h 895"/>
                <a:gd name="T8" fmla="*/ 5 w 461"/>
                <a:gd name="T9" fmla="*/ 892 h 895"/>
                <a:gd name="T10" fmla="*/ 5 w 461"/>
                <a:gd name="T11" fmla="*/ 874 h 895"/>
                <a:gd name="T12" fmla="*/ 431 w 461"/>
                <a:gd name="T13" fmla="*/ 448 h 895"/>
                <a:gd name="T14" fmla="*/ 6 w 461"/>
                <a:gd name="T15" fmla="*/ 23 h 895"/>
                <a:gd name="T16" fmla="*/ 6 w 461"/>
                <a:gd name="T17" fmla="*/ 5 h 895"/>
                <a:gd name="T18" fmla="*/ 24 w 461"/>
                <a:gd name="T19" fmla="*/ 5 h 895"/>
                <a:gd name="T20" fmla="*/ 457 w 461"/>
                <a:gd name="T21" fmla="*/ 439 h 895"/>
                <a:gd name="T22" fmla="*/ 461 w 461"/>
                <a:gd name="T23" fmla="*/ 448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61" h="895">
                  <a:moveTo>
                    <a:pt x="461" y="448"/>
                  </a:moveTo>
                  <a:cubicBezTo>
                    <a:pt x="461" y="452"/>
                    <a:pt x="460" y="454"/>
                    <a:pt x="457" y="457"/>
                  </a:cubicBezTo>
                  <a:lnTo>
                    <a:pt x="22" y="892"/>
                  </a:lnTo>
                  <a:cubicBezTo>
                    <a:pt x="20" y="894"/>
                    <a:pt x="16" y="895"/>
                    <a:pt x="14" y="895"/>
                  </a:cubicBezTo>
                  <a:cubicBezTo>
                    <a:pt x="11" y="895"/>
                    <a:pt x="7" y="894"/>
                    <a:pt x="5" y="892"/>
                  </a:cubicBezTo>
                  <a:cubicBezTo>
                    <a:pt x="0" y="887"/>
                    <a:pt x="0" y="879"/>
                    <a:pt x="5" y="874"/>
                  </a:cubicBezTo>
                  <a:lnTo>
                    <a:pt x="431" y="448"/>
                  </a:lnTo>
                  <a:lnTo>
                    <a:pt x="6" y="23"/>
                  </a:lnTo>
                  <a:cubicBezTo>
                    <a:pt x="1" y="18"/>
                    <a:pt x="1" y="10"/>
                    <a:pt x="6" y="5"/>
                  </a:cubicBezTo>
                  <a:cubicBezTo>
                    <a:pt x="11" y="0"/>
                    <a:pt x="19" y="0"/>
                    <a:pt x="24" y="5"/>
                  </a:cubicBezTo>
                  <a:lnTo>
                    <a:pt x="457" y="439"/>
                  </a:lnTo>
                  <a:cubicBezTo>
                    <a:pt x="460" y="442"/>
                    <a:pt x="461" y="444"/>
                    <a:pt x="461" y="448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137160" tIns="68580" rIns="137160" bIns="68580" numCol="1" anchor="t" anchorCtr="0" compatLnSpc="1"/>
            <a:lstStyle/>
            <a:p>
              <a:endParaRPr lang="en-US" sz="2700"/>
            </a:p>
          </p:txBody>
        </p:sp>
      </p:grpSp>
      <p:sp>
        <p:nvSpPr>
          <p:cNvPr id="27" name="PA_TextPlaceholder 2"/>
          <p:cNvSpPr txBox="1"/>
          <p:nvPr>
            <p:custDataLst>
              <p:tags r:id="rId1"/>
            </p:custDataLst>
          </p:nvPr>
        </p:nvSpPr>
        <p:spPr>
          <a:xfrm>
            <a:off x="196215" y="271145"/>
            <a:ext cx="1346200" cy="5491480"/>
          </a:xfrm>
          <a:prstGeom prst="rect">
            <a:avLst/>
          </a:prstGeom>
        </p:spPr>
        <p:txBody>
          <a:bodyPr lIns="121917" tIns="60958" rIns="121917" bIns="6095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5300" b="1" dirty="0"/>
              <a:t>用例图</a:t>
            </a:r>
            <a:r>
              <a:rPr lang="zh-CN" altLang="en-US" sz="5300" b="1" dirty="0"/>
              <a:t>演示</a:t>
            </a:r>
            <a:endParaRPr lang="zh-CN" altLang="en-US" sz="5300" b="1" dirty="0"/>
          </a:p>
        </p:txBody>
      </p:sp>
      <p:pic>
        <p:nvPicPr>
          <p:cNvPr id="2" name="图片 1" descr="bik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7995" y="1233170"/>
            <a:ext cx="8158480" cy="41363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Tm="3000">
        <p:split orient="vert"/>
      </p:transition>
    </mc:Choice>
    <mc:Fallback>
      <p:transition spd="slow" advTm="3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5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PA" val="v4.0.0"/>
</p:tagLst>
</file>

<file path=ppt/tags/tag3.xml><?xml version="1.0" encoding="utf-8"?>
<p:tagLst xmlns:p="http://schemas.openxmlformats.org/presentationml/2006/main">
  <p:tag name="PA" val="v4.0.0"/>
</p:tagLst>
</file>

<file path=ppt/tags/tag4.xml><?xml version="1.0" encoding="utf-8"?>
<p:tagLst xmlns:p="http://schemas.openxmlformats.org/presentationml/2006/main">
  <p:tag name="ISPRING_ULTRA_SCORM_COURSE_ID" val="2D89F78D-9A59-4AA2-BC3F-23E01D72866C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ONLINEFOLDERID" val="0"/>
  <p:tag name="ISPRINGONLINEFOLDERPATH" val="内容列表"/>
  <p:tag name="ISPRINGCLOUDFOLDERID" val="0"/>
  <p:tag name="ISPRINGCLOUDFOLDERPATH" val="资源库"/>
  <p:tag name="ISPRING_PLAYERS_CUSTOMIZATION" val="UEsDBBQAAgAIAOeJc0s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DniXNLCH4LIykDAACGDAAAJwAAAHVuaXZlcnNhbC9mbGFzaF9wdWJsaXNoaW5nX3NldHRpbmdzLnhtbNVX3W7aMBS+5yksT70saTu6diihqgpo1VpAhW3tVWViQ6w6dhbbUHq1p9mD7Ul2HAMFtevSH6RNCBGfn+/8n5jw6DYVaMJyzZWM8G51ByMmY0W5HEf4y6C9fYiRNkRSIpRkEZYKo6NGJczsUHCd9JkxIKoRwEhdz0yEE2OyehBMp9Mq11nuuEpYA/i6Gqs0yHKmmTQsDzJBZvBjZhnTeI5QAgC+qZJztUalglDokc4VtYIhTsFzyV1QRLQF0QkOvNiQxDfjXFlJT5RQOcrHwwi/Ozx2n4WMh2rylEmXE90AoiObOqGUOy+I6PM7hhLGxwm4e1DDaMqpSSK8V3MoIB08RCmwfejEoZwoyIE0c/iUGUKJIf7o7Rl2a/SC4El0JknK4wFwkIs/ws3B9aerXuvi7LTz+XrQ7Z4NTnveiUInWMcJg3VDITikbB6zpZ2QGEPiBPwGnRERmoXBKmkhNlJyzTl3RkMlIPeFFrRROmS0Q1K2Uo3+DZdtkNzFaASBiFmEj3NOBEbcEMHjpbK2Q224KareXpVEgAXtydB5H9+b99mJE5JrturWgqNdzuPGN2UFRTNlkeA3DBmFIH6bwlPC0Gpx0ChXaUGF9jFICw4WJ5xNGT0qcjoH/JOhKzCRWtCEXs0EM97Cd8vv0JCNVA64jEygs4HOtcevPgs4I1rfg5KFj1v9s9Nm6/q002xdbrkACZ0QGT8THArO0sxsBJ/MkFRmoQfpiInVrCgK5bTglYmt+vIyaJ5a4cv81sVYgd5gSTZj5TmF+asHpc0mZFIMohuuAhpGkENJPCYwYlgXXFpWFjAmEikpZojEsNa0G+sJV1YDxQ+wh9Yv99DrIy6L0xhWG1jMKctLQe7s7r2v7X84OPxYrwa/fvzcflJpvvB7gjhzfuOfPLnyl2v/4TYMA7elH1/aJrf/5s7uXbS+lslrp3U5KFXSVr8UXLeMVPdzGakL/5LprbxgSrkAS2nshwzWkuApN4y+ZYu9oE1e9W73PbaZNtlgzK8Zjf8mZH9aXhPX7oVh8OjF1XFSLnkKiXArcXnbbezXduCm+SirUgG09f8OjcpvUEsDBBQAAgAIAOeJc0u1/AlkugIAAFUKAAAhAAAAdW5pdmVyc2FsL2ZsYXNoX3NraW5fc2V0dGluZ3MueG1slVZtb+IwDP5+vwJx3+nulZ3UITHGSZN2t+k27XvamjYiTaokZce/vzhN1gQo9LAmEft5bMexzVK1pXzxYTJJc8GEfAatKS8VarxuQoubadZqLfgsF1wD1zMuZE3YdPHxp/2kiUVeYokdyLGcDcmhDzO3nzEUF+PbHGWIkIu6IXz/IEoxy0i+LaVoeXExtWrfgGSUbw3y6sd8tR4MwKjS9xrqKKf1Nco4SiNBKcCUvq9RLrIYyYD5SFf2M5LThzp/+wPajiqqLW35CWWI1pAS4iJfL1GG8dx4j19ljnKeoOGvNtAvn1EGoYzsQcbO776iDDJE0zb/0yONFCUWNOacf8R3DhOkMOOHWV2hXCTghTDQxVdw5bF3vQtA7ms49ymOqxTsCet6sBDw0TMGCy1bSBN/6myqEm+PrTbzAYsNYcoAQlUPejJJP5FWeTexrsf9gTfKi9CX0/SQV8HaGlZdwoG7WN/jV6tbuytCp++6IEMJO6cMUuyVPfK3qesRMlD2yGdGC3jkbH+cwaGpI/lHviXuOc/X31iBE3MsnNWfvBUjPeDoqiBVp/CYWhSwUJjOC60B3y1NrK5LKTnKKeVkR0uiqeC/EJft7WVUmhwYXK+d7qxUU83gVMPZHM2aDstlz3E/OmvckN3PQn+57jzRZovfTInWJK9q87OkphPHM2NiCjNNTjNwTxo4yHu+EQHHxh4i1URuQb4IwcaG4UKDGutedMM1BE+ToAZpcrrKqXNyqvy8rTOQa/NqFJSvcqzsgBUtK2b+9CuFNygOGAPWjqor448T+t6XgcI1ARCZV75ru0NnqVumKYMd+OEPFPbKQ3dLlenSoYZb6gfY6LDlnGZUT7pd0fdKvEMC/Qn8q0krcnxgGdH2mmTK3iyafL+G+1yixezXGTZfuMns2fVS5NjYjytolPjv5D9QSwMEFAACAAgA54lzSyqWD2f+AgAAlwsAACYAAAB1bml2ZXJzYWwvaHRtbF9wdWJsaXNoaW5nX3NldHRpbmdzLnhtbM2Wb08aMRjA3/Mpmi6+lFPnpiN3GCMYiU6IsE1fmXItXGOvvbU98Hy1T7MPtk+yp1dAiI6dRpaFEOjTPr/nX/u04dF9KtCEacOVjPBufQcjJmNFuRxH+MvgdPsQI2OJpEQoySIsFUZHzVqY5UPBTdJn1sJSgwAjTSOzEU6szRpBMJ1O69xk2s0qkVvgm3qs0iDTzDBpmQ4yQQr4sUXGDJ4RKgDgmyo5U2vWagiFnvRZ0VwwxCl4LrkLiogzmwoc+FVDEt+NtcolPVFCaaTHwwi/Ozx2n/kaT2rxlEmXEtMEoRPbBqGUOyeI6PMHhhLGxwl4e7CP0ZRTm0R4b99RYHXwlFKyfeTEUU4UpEDaGT5lllBiiR96e5bdWzMXeBEtJEl5PIAZ5MKPcGtwe3bTa19ddC7Pbwfd7sWg0/NOlDrBKicMVg2F4JDKdcwWdkJiLYkT8Bt0RkQYFgbLovmykZIrzrkxGioBqS+1MBqBp6KI8LHmRGDELRE8XsxaosfMnnIBMTjd3fpIWvwI9PHGCdGGLRuazxiXxbj5TeWCokLlSPA7hqxCEFGewr+EoeV0o5FWaSkVxFhkBKcMTTibMnpUZmkG/JOhGzCR5qAJmy8TzHoL33P+gIZspDRwGZnAVgU5N55ffxE4I8Y8Qsncx63+RafVvu1cttrXWy5AQidExi+EQwlZmtmN8EmBpLJzPUhHTHLDyqJQTsu5KrHVX18Gw9Nc+DK/dTGW0BssyWasvKQwf/WgstmETMqD6A5XiYYjyKEkngkTMRx3LnNWFRgTiZQUBSIxNCrjjvWEq9yAxB9gjzav99DrIy7L0RhuDrCoKdOVkDu7e+/3P3w8OPzUqAe/fvzcXqs0a+E9QZw538NP1jbxRSN/2g3DwPXO59uw1fm/6sK9q/bXKpm6bF8PKhWp3a+E61ZZ1T2vsurKXxu9pSujkgvQZsb+2ECjETzlltG33DSvKPz6+9dvizcq/AajWLt9/98g/Gjx3Fp5X4XBsw/AGshXH9PN2m9QSwMEFAACAAgA54lzS2hxUpGaAQAAHwYAAB8AAAB1bml2ZXJzYWwvaHRtbF9za2luX3NldHRpbmdzLmpzjZRNb8IwDIbv/AqUXSfEPmG7ocGkSRwmjdu0QyimVKRJlaQdHeK/rw5fTeqOxRfy8uR17CredrrVYhHrPne37rfbv/t7pwFqVudw7euiRU9RZ0YkC5glKYhEAguQ4nj0JO/OBGXMpDOdlx9oa2p+TOE/Sy5MHc8IC01ohjpcEOA3oW2owz8nsVOra19TrdHz3Fole5GSFqTtSaVT7hh29epWvcQAVgXoC+iSR+CZDtxqI8+ODwOMOhepNOOynKpY9eY8Wsda5XLRln9VZqCrT77eA/2nwcvEsxOJsW8W0jDxZIjRTmYajIFD3scJBgkLPgdR8+279QfqGTcLCugiMYk90qMbjDqd8RgaXRqOMHxMVl6Nbg4wmpyFjd0Td7cYHiF4CbphNb7H8ECV5dk/PmCmVYwdaaDNnp9QofgikfEhdR+D5PCyaNvWvXOh7vpj5j0hFTyhFfX80rbZEYKGAK03lo55TZB3StkJSpREDkVo1LQq6DliwzmC+88u49byaJVW46EajlUbuF6Dniklqtt/XbpnmKuz+wVQSwMEFAACAAgAaWGeSz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aWGeS5r5lmRrAAAAawAAABwAAAB1bml2ZXJzYWwvbG9jYWxfc2V0dGluZ3MueG1ss7GvyM1RKEstKs7Mz7NVMtQzUFJIzUvOT8nMS7dVCg1x07VQUiguScxLSczJz0u1VcrLV1Kwt+OyyclPTswJTi0pASosVijISaxMLQpJzQUySlL9EnOBKp/tmfJ8ya5n09qfr9ivpG/HBQ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aWGeS7CHI/RsAQAA9wIAACkAAAB1bml2ZXJzYWwvc2tpbl9jdXN0b21pemF0aW9uX3NldHRpbmdzLnhtbI1S20okMRB99yuCPzBJKreGdiC3lnlR0QGfm+ns0qyml07EZcnHm3Z3GEdHNPVUdU6doiqnTb/GaJ9Snh7Hv30ep3gXch7jz7Q+Q6jdTQ/TfDOHFHJaHSr3Yxym5038MS21Wk25j0M/D3ZB0xqj7vUhJbVyqmbMMIok89Qr5Dy3FWvANWAr5iix7eqdxD/dOexCzKdV29UR+rFhE1OY8yYO4c8ajtlvoeMNLud+GCsvrQVbouynFseWQIxwyX2hGgAEstwRh4uUjdQEecw4hmIUBQqIcE4aUYikHGrWNaKqMN8IxCRj1BXqae1GWhtHbZHQEKLrNK8aW7rOSIwRIQSYK1xAZzCqbKgaGtRyQHBgQBRtNFGAOtuZjhXvvLAcKeoFxoUZAxgfjnvY7u25DtVvr7M/5xeCJ7/gJLp4a3XCXO3uaZ4reRsefz/0OaBxuDi/ufV3/mqrt5vrq/P/vnz18J61mLVu/am3XwBQSwMEFAACAAgAamGeSyTg/xfEDAAAYxkAABcAAAB1bml2ZXJzYWwvdW5pdmVyc2FsLnBuZ+1XaVxT55o/isVOLSBqCrI7ttJFxKgBFJO4AOIom4QisouWyy7IIQYI0UtbBEXa3lvwgiESLAHCTkMwAUJF4NYYUFnCYqSCISSHJGAgIWSbg/bOb2a+zefhw/md8/zf9z3P+n/Oc/L9fU+ZfGT1EQAAJqe9Pc4BgBECADbe/NAYRox/4u+Gbxuunjt1AmgYsBHDwqbY4z7HAaC5aIs2+gNY/rcr3iFXAcC0Z+3a0J9SfQkALFdOexzHXYuQCs7QLwnH+1/rz+YA2GNVJ4ynP3Xbnr8b8bEH7vElhy83eVSctvmi4HNfj022f9n/1/s3HbYN52/e+mLgqGeNq0pJnKAFT4EThvAJ9uqFKwHshPqgoISRaCynNojtXFclLkvpCiEqx2Ppfhj1m8eb7bNhc648NK+1qLWeFafhshd7LaRPYOzMiFnMkfyCMyX7GFs2AkBdoG3qNsQUyUBkw4vdLiPbLSR3q5P3/PmMWZ2rzPiXwNoJb2Fvg0NyzAMHP5oHbAAADw/Y8a3m6+A6uA6ug+vgOrgOroPr4Dq4Dv4/BPdla6TMrwDg+tD/8UfhDS5gcZkf2RiRoxaOzBRhuzLnKvK+xk8RVShacrCgi0UGs9hSAIjqJDzlFzIHbrF0wu8sIsYSws5zR4/E6GQtgzCUZ2Mht0VEwu+QvMqSJ6XMM2qTUwSy5CwAaJ+gUXIyeV2Ee9Wp0UmhTF7rhdmOQgI+QCXeN8lp7KycFtMoySl/MBqS8Ux0jYhC0nu4poj9SKtDkr/5YR5KtCS9gkLn6KQpjvrFIlIYitJDMOhUznJNcARBWEBQ6M5xeYpvQEqhsGtVQv9qtlCB74zko70Gpo+0OalKONrLMxlVs3j2wHTJ3/12bzClvbqN7rtvqderOMxJNP0yCyw6LmDG6r7XvApIjbhVv2ZHvtU9wZUeE0cjRrL+RT3zVeYIAfEpmGMSxZXnqNh/GxKm2XhJNQX5EyL8y9R+YVP1DU278xM5yaBhHD8PjcTVh3ILCcvt1TcyedbYQSiD1f/PkLD+KmF8KPQWag5TiJYHnlRgX9dxlXGfdo9Xu8bbEd78qFxW3k2fxECjh/eA9hRhWVrWKU985cCt5CxfunE0qp0+ZPUA5D6NPzZhsiIhiwkOwSUMrvBHug5j9gwKX/0of5VweKHhep2mNqdhq41q/OZPzWFouz7HYJQ3BRvUvthnPbl/5yjayzfLlmEyI/LhjrgU9SsqqNP8lW8V/hSvjWEpku1/yEDl2HsrXMBI/GSOFXX6733R/872OmbyH6Ibr49galaWh4ktHfL4hXAad4xO6ad9iFqwz121uld0+cm1o8PXieqak7qsISJbhkybgKopUCor6aG5hYIQK13TtPW9pvMaGUppCU5i1zQtsxV1XZG7vjwRc53PKxtx/03h3ku2+ucdfM/hDlmXdUCzTRR/kHuDsJNrNnOALWSaTMAJfgGNgQ+TmM7P0fZmFexkICMw75GNQvV5MYu4H36pF2iJY+o02xAVyG5ollecywox+TSh6/4KCKoEKTsRAqFFQDNbxtowxkOSkA+HpLkhzIHmWmzZpDSXeLPgmeUfoOL7Iw8uCw4gdoB7s/B70XlBeft5u1xJNOqAfZ7bz2p3ROuFHBsMrk9lK+lIDempkuMSM28/4DdDadSNf6wuj4amMBrp/XWTZq3J5BiljC1v00QHc0Jwe2nhos9Y0tPSbQjEx5AeF2uC67e4lCeMKuqp1oXlQqlTw0TkowpjKcjBLRUuWP8YQItZQDcGlhw0G01wwDa22owNtsGJvGq73P5S1BaWELAooTe2iVIyfeYarK/zTHUWqw1Bgq67IGTTuuT8RUGBv8mzvqgksrDCscdtPi5uUpiaER/Jf+152ePx3WAjNbIRY2spGowctvsNWVwmZ5sDYA452aqJr3tFjoTrBfzHblzGQ6eyR3tG0Pb8GgtGEVZ/TXqVJFD/Agfe5Yw+O7Fzw69Lw4F+4eWRnNBZgnPn0gtJvmP5efTqXGWoM+2oZr61xLkyp5z/BRiCavQtUbSJlb11obFlLCdGoYIw4zKaMcxJcJdMkUsjNY055aqYGm69AlK96Rh4Eafs/SGbcwIHbOaj7d2XT6zwXKe0hoMGCf879a9D4a4ANNK8JIDEDaM+MVHhjRBUZYZZiYKEw2VnUSRt8vkc6lu1iEK5hzWe18wp+9e0InlGGqu5QVGh6wCrZjb4yghu8mgbc2NlVTPWxQckMp7GkZUaBHWjW7tM7ZZYWszl0chwqcwRV17nSRPEmHgrI8E5JJLiSr1oN/c1EMZKF7/RmhuheCWtSwPu8nt7D5I+8odGcdFIZzY9mfKUBbbtDEyacksJx91Wk5t9k/Df9d6svXy0UMeOmyJ7oV1YxJb8asC0IQtjWlaF5LhL0/kmx+R79ROBPtwN0pWl+zkyKrUD5rCjqOhGhk+Zcd+MQHPYwas7Pc9TSp10hCssaTYuURFHpd7WuRVHynrSqqur+72Yfi7miO7fwMH+6KFDs/j3XoCNlZraGmMOqt1p9ycS8nIp1iwzwT+smHubK64iOKAxAsupfstcmXBXAFui/H0tYKVw62obUY44boGoFw879UR9i/NRONq3nvT0FCt/30O9mAs3vym6IyX77ZsNSLoiPoJpeoXxLnh9Wtm7LHXKwPRIqGrxsxnknO1x/0CTNkizA1VV6kwbaPxtMVG/4+Jjb/IoCzXy+niMvotFPACNjldVsQQx7AR3vmdvB/mXtoSuOnUTrRQ7aO3Ra/iTRWLc/uHc5SKSdkbSSNJBkuZ+O/ajXDNMO0vaNulbbG7RFK7KtnHxicnBT4hhdrwK0crHUTwK7vYNxX7jzpntecjuCNP7CRMu+8s53UdNiRf03z0gpmsujda3+vjEuPepjkmmUIXEg3p0I7/GoSZu07iW+FP0/FTrnYLMRHjf9oDmBYpBGwuKyPjyb0+i/fkPry1O/36AkVg/FP7JQuv/rKBO/Sr0roImDt0P9/LcmefkZFgd2mc0o95eBOZtkta+z2W81SSS9MJ/CBMQQHk2jOMOIFGmOitTBGJ5bO5dvCsw+e2i8qyJH+aGWxi++JDuQZYoJrYjF1VFeLWiclurn+7MNZpqMln0UheTv7CrLfP2jRwynkCBeVgn56zsEwFDb4fuEEFNzDtPFUkNzdN3iwOQKTP+z/01NKVnDSWB3CxAXJpp4e6iUu22C/RjXrizEqy+tqe0+HUTz4n5siVzsdciWN6pshM9vTqIxqfdtYZGtoSpssdPqbLDaBEO/e7uAi0oKoFdPy+HGjmYZQvyGZNvXE1kEN7bqVW7xQfl3aA4lTg8CD2FRhyyYJK+pI1Ii+Be7AKyizWVprm1in7axyhSYs85p0DNg5wIO9mhfbS+8pmOZtJQt5Wk2b8oP5mUuPvLPcsfzK+a9h6wkgwQFTxXv+FBrtrs6EK3pEsjS9hcH6Zh3TgULCl31syVF5UN37rQ6Z2hcOncsxaob2IXDUH3Tr3vmGx4/GEKLNgrPOo081nS4LxyMgVLKEk3/b72sdDh14GykhpYY5d6ll48kz1n/DysJqtrvjILY3cCLwASVW+5zsz/1vWXhvyYcNenXkyD6pkR5lt+sf62WJjmKkgPZNvwu5K38n5mibgYlmhm15ohye8GAcbyeVATNVp/tU7SiCYrm2jHcWc9epdrrD2u/iJTtxTJ1Nc+FIBGTWXOHO2B1Zxewp8fr1VY2SSxySwAKTYl1cr9926u4MqD3LTibOhPM2f4K58F8Z/DbGTTYyRs/ljMcJKhLlRk2Ql/raRK+Rk4v349GZHDOVIGf5/ZMUgk1K5SM3Rx44T7T9TPTagPz63l1pY2jnYcPJe593MAq0FFtDZ+IGgbZIF3eCF62Uv3Lweg/ovsjlvqNT5eAhi3v0/SL+Rh68oJs//I6H7CkEqZU13xAO9nGQtqUML+nCQ9iCgJf2eW5ozBUJAg2GeIWQrRFs3wW4b0pB3QvC1CxIjAOzVjDerBUIOrNMQpFEov+UBLvcM/+ti5hvW01e2THdcjbTSqrzJ2WtgpHF3yrh1Mlle7FZm1EDNexlKIGW8FBRo5h1N48/V07y1H7nvWAIAoqDP66u3oZqh94XxPbZt4a0qf1BYh9Je72T2Ke9Vb510tDx6OtgdZHxfk2eesvGn6odTxc+B6DFjel80ew4dd60wxYHwRCP4tfiRJ94ZzvRGLcn/f/wAgLOV/zd8/boFH63B3I3iiLpPkb8FqF066b/+XoFsK/C+BbvDB1MMHlEG2AUOnccNLUwY9M3wrvFqzGn22pJJaZU/Spi7rVFPMr+CRHueMc9UeqP/asNk8bFOh9WHvr+GzwGlPX4+GE1F//U9QSwMEFAACAAgAamGeS3Br3rpLAAAAagAAABsAAAB1bml2ZXJzYWwvdW5pdmVyc2FsLnBuZy54bWyzsa/IzVEoSy0qzszPs1Uy1DNQsrfj5bIpKEoty0wtV6gAigEFIUBJoRLINUJwyzNTSjJslczNTBFiGamZ6Rkltkqm5iZwQX2gkQBQSwECAAAUAAIACADniXNLFQ6tKGQEAAAHEQAAHQAAAAAAAAABAAAAAAAAAAAAdW5pdmVyc2FsL2NvbW1vbl9tZXNzYWdlcy5sbmdQSwECAAAUAAIACADniXNLCH4LIykDAACGDAAAJwAAAAAAAAABAAAAAACfBAAAdW5pdmVyc2FsL2ZsYXNoX3B1Ymxpc2hpbmdfc2V0dGluZ3MueG1sUEsBAgAAFAACAAgA54lzS7X8CWS6AgAAVQoAACEAAAAAAAAAAQAAAAAADQgAAHVuaXZlcnNhbC9mbGFzaF9za2luX3NldHRpbmdzLnhtbFBLAQIAABQAAgAIAOeJc0sqlg9n/gIAAJcLAAAmAAAAAAAAAAEAAAAAAAYLAAB1bml2ZXJzYWwvaHRtbF9wdWJsaXNoaW5nX3NldHRpbmdzLnhtbFBLAQIAABQAAgAIAOeJc0tocVKRmgEAAB8GAAAfAAAAAAAAAAEAAAAAAEgOAAB1bml2ZXJzYWwvaHRtbF9za2luX3NldHRpbmdzLmpzUEsBAgAAFAACAAgAaWGeSz08L9HBAAAA5QEAABoAAAAAAAAAAQAAAAAAHxAAAHVuaXZlcnNhbC9pMThuX3ByZXNldHMueG1sUEsBAgAAFAACAAgAaWGeS5r5lmRrAAAAawAAABwAAAAAAAAAAQAAAAAAGBEAAHVuaXZlcnNhbC9sb2NhbF9zZXR0aW5ncy54bWxQSwECAAAUAAIACABElFdHI7RO+/sCAACwCAAAFAAAAAAAAAABAAAAAAC9EQAAdW5pdmVyc2FsL3BsYXllci54bWxQSwECAAAUAAIACABpYZ5LsIcj9GwBAAD3AgAAKQAAAAAAAAABAAAAAADqFAAAdW5pdmVyc2FsL3NraW5fY3VzdG9taXphdGlvbl9zZXR0aW5ncy54bWxQSwECAAAUAAIACABqYZ5LJOD/F8QMAABjGQAAFwAAAAAAAAAAAAAAAACdFgAAdW5pdmVyc2FsL3VuaXZlcnNhbC5wbmdQSwECAAAUAAIACABqYZ5LcGveuksAAABqAAAAGwAAAAAAAAABAAAAAACWIwAAdW5pdmVyc2FsL3VuaXZlcnNhbC5wbmcueG1sUEsFBgAAAAALAAsASQMAABokAAAAAA=="/>
  <p:tag name="ISPRING_PRESENTATION_TITLE" val="天空蓝悬浮渐变工作汇报总结PPT模板"/>
  <p:tag name="commondata" val="eyJoZGlkIjoiZTM4NzlmYmEzOTBkZDkxMTZiYWQwODVlZTAzZTlkODAifQ=="/>
</p:tagLst>
</file>

<file path=ppt/theme/theme1.xml><?xml version="1.0" encoding="utf-8"?>
<a:theme xmlns:a="http://schemas.openxmlformats.org/drawingml/2006/main" name="Office Theme">
  <a:themeElements>
    <a:clrScheme name="自定义 130">
      <a:dk1>
        <a:sysClr val="windowText" lastClr="000000"/>
      </a:dk1>
      <a:lt1>
        <a:sysClr val="window" lastClr="FFFFFF"/>
      </a:lt1>
      <a:dk2>
        <a:srgbClr val="C6D9F0"/>
      </a:dk2>
      <a:lt2>
        <a:srgbClr val="8DB3E2"/>
      </a:lt2>
      <a:accent1>
        <a:srgbClr val="80AADF"/>
      </a:accent1>
      <a:accent2>
        <a:srgbClr val="C4C7CB"/>
      </a:accent2>
      <a:accent3>
        <a:srgbClr val="5D626A"/>
      </a:accent3>
      <a:accent4>
        <a:srgbClr val="548DD4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952</Words>
  <Application>WPS 演示</Application>
  <PresentationFormat>宽屏</PresentationFormat>
  <Paragraphs>57</Paragraphs>
  <Slides>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宋体</vt:lpstr>
      <vt:lpstr>Wingdings</vt:lpstr>
      <vt:lpstr>Work Sans</vt:lpstr>
      <vt:lpstr>Segoe Print</vt:lpstr>
      <vt:lpstr>微软雅黑</vt:lpstr>
      <vt:lpstr>Questrial</vt:lpstr>
      <vt:lpstr>Calibri</vt:lpstr>
      <vt:lpstr>Bookman Old Style</vt:lpstr>
      <vt:lpstr>Arial Unicode MS</vt:lpstr>
      <vt:lpstr>等线</vt:lpstr>
      <vt:lpstr>Helvetica Light</vt:lpstr>
      <vt:lpstr>Calibri</vt:lpstr>
      <vt:lpstr>Calibri Light</vt:lpstr>
      <vt:lpstr>等线 Light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天空蓝悬浮渐变工作汇报总结PPT模板</dc:title>
  <dc:creator>上海维湾9号机</dc:creator>
  <cp:lastModifiedBy>小付小付，只想暴富</cp:lastModifiedBy>
  <cp:revision>178</cp:revision>
  <dcterms:created xsi:type="dcterms:W3CDTF">2017-08-18T03:02:00Z</dcterms:created>
  <dcterms:modified xsi:type="dcterms:W3CDTF">2024-09-06T16:16:04Z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89AFF5E48F2546AF9D5C02B795BA6AF8_12</vt:lpwstr>
  </property>
</Properties>
</file>